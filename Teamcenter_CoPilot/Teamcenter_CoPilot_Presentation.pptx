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amcenter CoPilot – GenAI-powered Assistant" id="{812D6907-7C6B-4502-A85A-EF64D3110D8B}">
          <p14:sldIdLst>
            <p14:sldId id="2561"/>
          </p14:sldIdLst>
        </p14:section>
        <p14:section name="Overview" id="{E2EFDACE-D138-4F00-9325-773EEB97E7B5}">
          <p14:sldIdLst>
            <p14:sldId id="2562"/>
            <p14:sldId id="2563"/>
          </p14:sldIdLst>
        </p14:section>
        <p14:section name="Functional Capabilities" id="{1E20D5C4-59AD-48EE-815B-DD524C6726A4}">
          <p14:sldIdLst>
            <p14:sldId id="2564"/>
            <p14:sldId id="2565"/>
          </p14:sldIdLst>
        </p14:section>
        <p14:section name="System Specifications" id="{61B4AF66-5D12-4CE8-BFBC-34CD83822259}">
          <p14:sldIdLst>
            <p14:sldId id="2566"/>
            <p14:sldId id="2567"/>
          </p14:sldIdLst>
        </p14:section>
        <p14:section name="Technical Architecture" id="{A7A23C28-5738-40C8-BBC3-B20BAD31250A}">
          <p14:sldIdLst>
            <p14:sldId id="2568"/>
            <p14:sldId id="2569"/>
          </p14:sldIdLst>
        </p14:section>
        <p14:section name="Roadmap" id="{A6D3D6CE-6D4C-4344-A43F-C1535F9F468B}">
          <p14:sldIdLst>
            <p14:sldId id="2570"/>
            <p14:sldId id="25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550C93-4FEA-4D7D-A71E-14DF6D0FEEBC}" v="13" dt="2025-09-30T11:08:46.9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105" d="100"/>
          <a:sy n="105" d="100"/>
        </p:scale>
        <p:origin x="834" y="9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76550C93-4FEA-4D7D-A71E-14DF6D0FEEBC}"/>
    <pc:docChg chg="addSld delSld modSld addSection">
      <pc:chgData name="" userId="" providerId="" clId="Web-{76550C93-4FEA-4D7D-A71E-14DF6D0FEEBC}" dt="2025-09-30T11:08:46.904" v="13" actId="34807"/>
      <pc:docMkLst>
        <pc:docMk/>
      </pc:docMkLst>
      <pc:sldChg chg="del">
        <pc:chgData name="" userId="" providerId="" clId="Web-{76550C93-4FEA-4D7D-A71E-14DF6D0FEEBC}" dt="2025-09-30T11:08:46.764" v="0" actId="34807"/>
        <pc:sldMkLst>
          <pc:docMk/>
          <pc:sldMk cId="2480525317" sldId="256"/>
        </pc:sldMkLst>
      </pc:sldChg>
      <pc:sldChg chg="modSp add mod modClrScheme addAnim chgLayout">
        <pc:chgData name="" userId="" providerId="" clId="Web-{76550C93-4FEA-4D7D-A71E-14DF6D0FEEBC}" dt="2025-09-30T11:08:46.904" v="4" actId="34807"/>
        <pc:sldMkLst>
          <pc:docMk/>
          <pc:sldMk cId="3893440362" sldId="2561"/>
        </pc:sldMkLst>
        <pc:spChg chg="mod">
          <ac:chgData name="" userId="" providerId="" clId="Web-{76550C93-4FEA-4D7D-A71E-14DF6D0FEEBC}" dt="2025-09-30T11:08:46.889" v="1" actId="34807"/>
          <ac:spMkLst>
            <pc:docMk/>
            <pc:sldMk cId="3893440362" sldId="2561"/>
            <ac:spMk id="2" creationId="{A410B84C-1BFB-715D-3E05-88B5AD7FB334}"/>
          </ac:spMkLst>
        </pc:spChg>
        <pc:spChg chg="mod">
          <ac:chgData name="" userId="" providerId="" clId="Web-{76550C93-4FEA-4D7D-A71E-14DF6D0FEEBC}" dt="2025-09-30T11:08:46.889" v="1" actId="34807"/>
          <ac:spMkLst>
            <pc:docMk/>
            <pc:sldMk cId="3893440362" sldId="2561"/>
            <ac:spMk id="3" creationId="{10FF4514-8C9A-0F66-7C40-B559102AD3C9}"/>
          </ac:spMkLst>
        </pc:spChg>
        <pc:picChg chg="mod">
          <ac:chgData name="" userId="" providerId="" clId="Web-{76550C93-4FEA-4D7D-A71E-14DF6D0FEEBC}" dt="2025-09-30T11:08:46.889" v="1" actId="34807"/>
          <ac:picMkLst>
            <pc:docMk/>
            <pc:sldMk cId="3893440362" sldId="2561"/>
            <ac:picMk id="4" creationId="{9DF9AFEA-0741-4928-8C48-D07DE31E27D2}"/>
          </ac:picMkLst>
        </pc:picChg>
      </pc:sldChg>
      <pc:sldChg chg="modSp add mod modTransition modClrScheme addAnim chgLayout">
        <pc:chgData name="" userId="" providerId="" clId="Web-{76550C93-4FEA-4D7D-A71E-14DF6D0FEEBC}" dt="2025-09-30T11:08:46.904" v="5" actId="34807"/>
        <pc:sldMkLst>
          <pc:docMk/>
          <pc:sldMk cId="365894076" sldId="2562"/>
        </pc:sldMkLst>
        <pc:spChg chg="mod">
          <ac:chgData name="" userId="" providerId="" clId="Web-{76550C93-4FEA-4D7D-A71E-14DF6D0FEEBC}" dt="2025-09-30T11:08:46.889" v="1" actId="34807"/>
          <ac:spMkLst>
            <pc:docMk/>
            <pc:sldMk cId="365894076" sldId="2562"/>
            <ac:spMk id="2" creationId="{05E431B8-471B-1AB9-843B-6AE78B7D6A7A}"/>
          </ac:spMkLst>
        </pc:spChg>
      </pc:sldChg>
      <pc:sldChg chg="modSp add mod modTransition modClrScheme addAnim chgLayout">
        <pc:chgData name="" userId="" providerId="" clId="Web-{76550C93-4FEA-4D7D-A71E-14DF6D0FEEBC}" dt="2025-09-30T11:08:46.904" v="6" actId="34807"/>
        <pc:sldMkLst>
          <pc:docMk/>
          <pc:sldMk cId="2282542827" sldId="2563"/>
        </pc:sldMkLst>
        <pc:spChg chg="mod">
          <ac:chgData name="" userId="" providerId="" clId="Web-{76550C93-4FEA-4D7D-A71E-14DF6D0FEEBC}" dt="2025-09-30T11:08:46.889" v="1" actId="34807"/>
          <ac:spMkLst>
            <pc:docMk/>
            <pc:sldMk cId="2282542827" sldId="2563"/>
            <ac:spMk id="2" creationId="{069FCDA2-02A0-3BA5-01E5-DB9BE1A415C6}"/>
          </ac:spMkLst>
        </pc:spChg>
        <pc:spChg chg="mod">
          <ac:chgData name="" userId="" providerId="" clId="Web-{76550C93-4FEA-4D7D-A71E-14DF6D0FEEBC}" dt="2025-09-30T11:08:46.889" v="1" actId="34807"/>
          <ac:spMkLst>
            <pc:docMk/>
            <pc:sldMk cId="2282542827" sldId="2563"/>
            <ac:spMk id="4" creationId="{2CCB4DF6-E255-5873-4D4B-B77106FA6239}"/>
          </ac:spMkLst>
        </pc:spChg>
        <pc:picChg chg="mod ord">
          <ac:chgData name="" userId="" providerId="" clId="Web-{76550C93-4FEA-4D7D-A71E-14DF6D0FEEBC}" dt="2025-09-30T11:08:46.889" v="1" actId="34807"/>
          <ac:picMkLst>
            <pc:docMk/>
            <pc:sldMk cId="2282542827" sldId="2563"/>
            <ac:picMk id="5" creationId="{BAF579E1-17B2-4696-BD2A-4FCEC001D6DD}"/>
          </ac:picMkLst>
        </pc:picChg>
      </pc:sldChg>
      <pc:sldChg chg="modSp add mod modTransition modClrScheme addAnim chgLayout">
        <pc:chgData name="" userId="" providerId="" clId="Web-{76550C93-4FEA-4D7D-A71E-14DF6D0FEEBC}" dt="2025-09-30T11:08:46.904" v="7" actId="34807"/>
        <pc:sldMkLst>
          <pc:docMk/>
          <pc:sldMk cId="1964235169" sldId="2564"/>
        </pc:sldMkLst>
        <pc:spChg chg="mod">
          <ac:chgData name="" userId="" providerId="" clId="Web-{76550C93-4FEA-4D7D-A71E-14DF6D0FEEBC}" dt="2025-09-30T11:08:46.889" v="1" actId="34807"/>
          <ac:spMkLst>
            <pc:docMk/>
            <pc:sldMk cId="1964235169" sldId="2564"/>
            <ac:spMk id="2" creationId="{1E64A509-8B2B-BAC0-0600-44CDB4547ED2}"/>
          </ac:spMkLst>
        </pc:spChg>
      </pc:sldChg>
      <pc:sldChg chg="modSp add mod modTransition modClrScheme addAnim chgLayout">
        <pc:chgData name="" userId="" providerId="" clId="Web-{76550C93-4FEA-4D7D-A71E-14DF6D0FEEBC}" dt="2025-09-30T11:08:46.904" v="8" actId="34807"/>
        <pc:sldMkLst>
          <pc:docMk/>
          <pc:sldMk cId="4188345603" sldId="2565"/>
        </pc:sldMkLst>
        <pc:spChg chg="mod">
          <ac:chgData name="" userId="" providerId="" clId="Web-{76550C93-4FEA-4D7D-A71E-14DF6D0FEEBC}" dt="2025-09-30T11:08:46.889" v="1" actId="34807"/>
          <ac:spMkLst>
            <pc:docMk/>
            <pc:sldMk cId="4188345603" sldId="2565"/>
            <ac:spMk id="2" creationId="{CE41C6DA-52BF-88D1-7AD2-A7208CE2CA96}"/>
          </ac:spMkLst>
        </pc:spChg>
        <pc:spChg chg="mod">
          <ac:chgData name="" userId="" providerId="" clId="Web-{76550C93-4FEA-4D7D-A71E-14DF6D0FEEBC}" dt="2025-09-30T11:08:46.889" v="1" actId="34807"/>
          <ac:spMkLst>
            <pc:docMk/>
            <pc:sldMk cId="4188345603" sldId="2565"/>
            <ac:spMk id="4" creationId="{DEF2BA7C-8B27-65E3-0F19-05F7EFF9B313}"/>
          </ac:spMkLst>
        </pc:spChg>
        <pc:picChg chg="mod ord">
          <ac:chgData name="" userId="" providerId="" clId="Web-{76550C93-4FEA-4D7D-A71E-14DF6D0FEEBC}" dt="2025-09-30T11:08:46.889" v="1" actId="34807"/>
          <ac:picMkLst>
            <pc:docMk/>
            <pc:sldMk cId="4188345603" sldId="2565"/>
            <ac:picMk id="5" creationId="{42B978B6-369B-4039-9243-E466539EF649}"/>
          </ac:picMkLst>
        </pc:picChg>
      </pc:sldChg>
      <pc:sldChg chg="modSp add mod modTransition modClrScheme addAnim chgLayout">
        <pc:chgData name="" userId="" providerId="" clId="Web-{76550C93-4FEA-4D7D-A71E-14DF6D0FEEBC}" dt="2025-09-30T11:08:46.904" v="9" actId="34807"/>
        <pc:sldMkLst>
          <pc:docMk/>
          <pc:sldMk cId="311541564" sldId="2566"/>
        </pc:sldMkLst>
        <pc:spChg chg="mod">
          <ac:chgData name="" userId="" providerId="" clId="Web-{76550C93-4FEA-4D7D-A71E-14DF6D0FEEBC}" dt="2025-09-30T11:08:46.889" v="1" actId="34807"/>
          <ac:spMkLst>
            <pc:docMk/>
            <pc:sldMk cId="311541564" sldId="2566"/>
            <ac:spMk id="2" creationId="{417E14CA-630D-F2C6-708B-09B9C7E4581D}"/>
          </ac:spMkLst>
        </pc:spChg>
      </pc:sldChg>
      <pc:sldChg chg="modSp add mod modTransition modClrScheme addAnim chgLayout">
        <pc:chgData name="" userId="" providerId="" clId="Web-{76550C93-4FEA-4D7D-A71E-14DF6D0FEEBC}" dt="2025-09-30T11:08:46.904" v="10" actId="34807"/>
        <pc:sldMkLst>
          <pc:docMk/>
          <pc:sldMk cId="1313072970" sldId="2567"/>
        </pc:sldMkLst>
        <pc:spChg chg="mod">
          <ac:chgData name="" userId="" providerId="" clId="Web-{76550C93-4FEA-4D7D-A71E-14DF6D0FEEBC}" dt="2025-09-30T11:08:46.889" v="1" actId="34807"/>
          <ac:spMkLst>
            <pc:docMk/>
            <pc:sldMk cId="1313072970" sldId="2567"/>
            <ac:spMk id="2" creationId="{08C34FDA-9135-9E37-94FA-8D18C36A3569}"/>
          </ac:spMkLst>
        </pc:spChg>
        <pc:spChg chg="mod">
          <ac:chgData name="" userId="" providerId="" clId="Web-{76550C93-4FEA-4D7D-A71E-14DF6D0FEEBC}" dt="2025-09-30T11:08:46.889" v="1" actId="34807"/>
          <ac:spMkLst>
            <pc:docMk/>
            <pc:sldMk cId="1313072970" sldId="2567"/>
            <ac:spMk id="4" creationId="{E18986A6-BCF5-5826-E73B-2C5CF8D53C6A}"/>
          </ac:spMkLst>
        </pc:spChg>
        <pc:picChg chg="mod ord">
          <ac:chgData name="" userId="" providerId="" clId="Web-{76550C93-4FEA-4D7D-A71E-14DF6D0FEEBC}" dt="2025-09-30T11:08:46.889" v="1" actId="34807"/>
          <ac:picMkLst>
            <pc:docMk/>
            <pc:sldMk cId="1313072970" sldId="2567"/>
            <ac:picMk id="5" creationId="{4B23D992-98A7-47D8-B034-49A641D6EA0F}"/>
          </ac:picMkLst>
        </pc:picChg>
      </pc:sldChg>
      <pc:sldChg chg="modSp add mod modTransition modClrScheme addAnim chgLayout">
        <pc:chgData name="" userId="" providerId="" clId="Web-{76550C93-4FEA-4D7D-A71E-14DF6D0FEEBC}" dt="2025-09-30T11:08:46.904" v="11" actId="34807"/>
        <pc:sldMkLst>
          <pc:docMk/>
          <pc:sldMk cId="647038196" sldId="2568"/>
        </pc:sldMkLst>
        <pc:spChg chg="mod">
          <ac:chgData name="" userId="" providerId="" clId="Web-{76550C93-4FEA-4D7D-A71E-14DF6D0FEEBC}" dt="2025-09-30T11:08:46.889" v="1" actId="34807"/>
          <ac:spMkLst>
            <pc:docMk/>
            <pc:sldMk cId="647038196" sldId="2568"/>
            <ac:spMk id="2" creationId="{EA23D0EC-8A43-EEF7-F41E-04061EB43217}"/>
          </ac:spMkLst>
        </pc:spChg>
      </pc:sldChg>
      <pc:sldChg chg="modSp add mod modTransition modClrScheme addAnim chgLayout">
        <pc:chgData name="" userId="" providerId="" clId="Web-{76550C93-4FEA-4D7D-A71E-14DF6D0FEEBC}" dt="2025-09-30T11:08:46.904" v="12" actId="34807"/>
        <pc:sldMkLst>
          <pc:docMk/>
          <pc:sldMk cId="374983420" sldId="2569"/>
        </pc:sldMkLst>
        <pc:spChg chg="mod">
          <ac:chgData name="" userId="" providerId="" clId="Web-{76550C93-4FEA-4D7D-A71E-14DF6D0FEEBC}" dt="2025-09-30T11:08:46.889" v="1" actId="34807"/>
          <ac:spMkLst>
            <pc:docMk/>
            <pc:sldMk cId="374983420" sldId="2569"/>
            <ac:spMk id="2" creationId="{72929D7E-F243-A48D-F282-F319F4D9AE43}"/>
          </ac:spMkLst>
        </pc:spChg>
        <pc:spChg chg="mod">
          <ac:chgData name="" userId="" providerId="" clId="Web-{76550C93-4FEA-4D7D-A71E-14DF6D0FEEBC}" dt="2025-09-30T11:08:46.889" v="1" actId="34807"/>
          <ac:spMkLst>
            <pc:docMk/>
            <pc:sldMk cId="374983420" sldId="2569"/>
            <ac:spMk id="4" creationId="{7F1B835D-B49D-8E8C-3501-790A6B43C017}"/>
          </ac:spMkLst>
        </pc:spChg>
        <pc:picChg chg="mod ord">
          <ac:chgData name="" userId="" providerId="" clId="Web-{76550C93-4FEA-4D7D-A71E-14DF6D0FEEBC}" dt="2025-09-30T11:08:46.889" v="1" actId="34807"/>
          <ac:picMkLst>
            <pc:docMk/>
            <pc:sldMk cId="374983420" sldId="2569"/>
            <ac:picMk id="5" creationId="{14A2261B-F6BE-4D44-B099-BCEC6D2FB694}"/>
          </ac:picMkLst>
        </pc:picChg>
      </pc:sldChg>
      <pc:sldChg chg="modSp add mod modTransition modClrScheme addAnim chgLayout">
        <pc:chgData name="" userId="" providerId="" clId="Web-{76550C93-4FEA-4D7D-A71E-14DF6D0FEEBC}" dt="2025-09-30T11:08:46.904" v="13" actId="34807"/>
        <pc:sldMkLst>
          <pc:docMk/>
          <pc:sldMk cId="1258445559" sldId="2570"/>
        </pc:sldMkLst>
        <pc:spChg chg="mod">
          <ac:chgData name="" userId="" providerId="" clId="Web-{76550C93-4FEA-4D7D-A71E-14DF6D0FEEBC}" dt="2025-09-30T11:08:46.889" v="1" actId="34807"/>
          <ac:spMkLst>
            <pc:docMk/>
            <pc:sldMk cId="1258445559" sldId="2570"/>
            <ac:spMk id="2" creationId="{908D0260-721B-CDE4-4523-E4ACB0D2F951}"/>
          </ac:spMkLst>
        </pc:spChg>
      </pc:sldChg>
      <pc:sldChg chg="addSp delSp modSp add mod modTransition modClrScheme chgLayout">
        <pc:chgData name="" userId="" providerId="" clId="Web-{76550C93-4FEA-4D7D-A71E-14DF6D0FEEBC}" dt="2025-09-30T11:08:46.889" v="1" actId="34807"/>
        <pc:sldMkLst>
          <pc:docMk/>
          <pc:sldMk cId="3310717231" sldId="2571"/>
        </pc:sldMkLst>
        <pc:spChg chg="mod">
          <ac:chgData name="" userId="" providerId="" clId="Web-{76550C93-4FEA-4D7D-A71E-14DF6D0FEEBC}" dt="2025-09-30T11:08:46.889" v="1" actId="34807"/>
          <ac:spMkLst>
            <pc:docMk/>
            <pc:sldMk cId="3310717231" sldId="2571"/>
            <ac:spMk id="2" creationId="{2E292B93-602E-A8B2-F001-964F49BC0626}"/>
          </ac:spMkLst>
        </pc:spChg>
        <pc:spChg chg="del">
          <ac:chgData name="" userId="" providerId="" clId="Web-{76550C93-4FEA-4D7D-A71E-14DF6D0FEEBC}" dt="2025-09-30T11:08:46.889" v="1" actId="34807"/>
          <ac:spMkLst>
            <pc:docMk/>
            <pc:sldMk cId="3310717231" sldId="2571"/>
            <ac:spMk id="3" creationId="{A55C3BE1-28B0-86FE-8FB6-7C3CF24E0AB0}"/>
          </ac:spMkLst>
        </pc:spChg>
        <pc:graphicFrameChg chg="add mod">
          <ac:chgData name="" userId="" providerId="" clId="Web-{76550C93-4FEA-4D7D-A71E-14DF6D0FEEBC}" dt="2025-09-30T11:08:46.889" v="1" actId="34807"/>
          <ac:graphicFrameMkLst>
            <pc:docMk/>
            <pc:sldMk cId="3310717231" sldId="2571"/>
            <ac:graphicFrameMk id="7" creationId="{FA3489CE-9AA5-5FB5-FF34-DE4A6CB1060D}"/>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20DF98-0E33-400B-8FC0-7713311EA4E2}"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13CB6FA-6AE2-4CF8-9D5C-A95748A13780}">
      <dgm:prSet/>
      <dgm:spPr/>
      <dgm:t>
        <a:bodyPr/>
        <a:lstStyle/>
        <a:p>
          <a:pPr>
            <a:lnSpc>
              <a:spcPct val="100000"/>
            </a:lnSpc>
            <a:defRPr b="1"/>
          </a:pPr>
          <a:r>
            <a:rPr lang="en-US"/>
            <a:t>Multi-language Support</a:t>
          </a:r>
        </a:p>
      </dgm:t>
    </dgm:pt>
    <dgm:pt modelId="{423E1649-14B3-4072-9C25-5DAE6D26D598}" type="parTrans" cxnId="{857D090D-ECDA-4663-B1A6-800E2EA9004C}">
      <dgm:prSet/>
      <dgm:spPr/>
      <dgm:t>
        <a:bodyPr/>
        <a:lstStyle/>
        <a:p>
          <a:endParaRPr lang="en-US"/>
        </a:p>
      </dgm:t>
    </dgm:pt>
    <dgm:pt modelId="{91440912-4679-4E92-B517-07ECA844128C}" type="sibTrans" cxnId="{857D090D-ECDA-4663-B1A6-800E2EA9004C}">
      <dgm:prSet/>
      <dgm:spPr/>
      <dgm:t>
        <a:bodyPr/>
        <a:lstStyle/>
        <a:p>
          <a:pPr>
            <a:lnSpc>
              <a:spcPct val="100000"/>
            </a:lnSpc>
            <a:defRPr b="1"/>
          </a:pPr>
          <a:endParaRPr lang="en-US"/>
        </a:p>
      </dgm:t>
    </dgm:pt>
    <dgm:pt modelId="{458F429D-3EDC-4191-935E-79EDC59556F3}">
      <dgm:prSet/>
      <dgm:spPr/>
      <dgm:t>
        <a:bodyPr/>
        <a:lstStyle/>
        <a:p>
          <a:pPr>
            <a:lnSpc>
              <a:spcPct val="100000"/>
            </a:lnSpc>
          </a:pPr>
          <a:r>
            <a:rPr lang="en-US"/>
            <a:t>Introducing German and Japanese support to improve accessibility for global teams.</a:t>
          </a:r>
        </a:p>
      </dgm:t>
    </dgm:pt>
    <dgm:pt modelId="{8A43E792-5FA2-42AD-8029-69C9726DA593}" type="parTrans" cxnId="{2BB70DAA-359F-4784-99CF-4CE06A59FE1E}">
      <dgm:prSet/>
      <dgm:spPr/>
      <dgm:t>
        <a:bodyPr/>
        <a:lstStyle/>
        <a:p>
          <a:endParaRPr lang="en-US"/>
        </a:p>
      </dgm:t>
    </dgm:pt>
    <dgm:pt modelId="{7853A195-ABB1-41DD-98E3-02E79A36E2F5}" type="sibTrans" cxnId="{2BB70DAA-359F-4784-99CF-4CE06A59FE1E}">
      <dgm:prSet/>
      <dgm:spPr/>
      <dgm:t>
        <a:bodyPr/>
        <a:lstStyle/>
        <a:p>
          <a:endParaRPr lang="en-US"/>
        </a:p>
      </dgm:t>
    </dgm:pt>
    <dgm:pt modelId="{9123F3A6-DB40-467F-BA3F-DAF1CAC967FB}">
      <dgm:prSet/>
      <dgm:spPr/>
      <dgm:t>
        <a:bodyPr/>
        <a:lstStyle/>
        <a:p>
          <a:pPr>
            <a:lnSpc>
              <a:spcPct val="100000"/>
            </a:lnSpc>
            <a:defRPr b="1"/>
          </a:pPr>
          <a:r>
            <a:rPr lang="en-US"/>
            <a:t>Role-Based Access Control</a:t>
          </a:r>
        </a:p>
      </dgm:t>
    </dgm:pt>
    <dgm:pt modelId="{BF61E4E7-4927-4F7E-9CEB-F12D70633737}" type="parTrans" cxnId="{F0F1E374-7B5B-4804-9769-A512C8ED00D6}">
      <dgm:prSet/>
      <dgm:spPr/>
      <dgm:t>
        <a:bodyPr/>
        <a:lstStyle/>
        <a:p>
          <a:endParaRPr lang="en-US"/>
        </a:p>
      </dgm:t>
    </dgm:pt>
    <dgm:pt modelId="{4C0521F0-CBD7-438E-83D0-3DE5526122A7}" type="sibTrans" cxnId="{F0F1E374-7B5B-4804-9769-A512C8ED00D6}">
      <dgm:prSet/>
      <dgm:spPr/>
      <dgm:t>
        <a:bodyPr/>
        <a:lstStyle/>
        <a:p>
          <a:pPr>
            <a:lnSpc>
              <a:spcPct val="100000"/>
            </a:lnSpc>
            <a:defRPr b="1"/>
          </a:pPr>
          <a:endParaRPr lang="en-US"/>
        </a:p>
      </dgm:t>
    </dgm:pt>
    <dgm:pt modelId="{BA6E9F49-75BE-42DD-9583-319CE1018026}">
      <dgm:prSet/>
      <dgm:spPr/>
      <dgm:t>
        <a:bodyPr/>
        <a:lstStyle/>
        <a:p>
          <a:pPr>
            <a:lnSpc>
              <a:spcPct val="100000"/>
            </a:lnSpc>
          </a:pPr>
          <a:r>
            <a:rPr lang="en-US"/>
            <a:t>Implementing RBAC to enhance security by assigning permissions based on user roles.</a:t>
          </a:r>
        </a:p>
      </dgm:t>
    </dgm:pt>
    <dgm:pt modelId="{25E43FC3-4F37-492F-8D53-5929E52A4266}" type="parTrans" cxnId="{6B332EA0-CB77-4BB9-A52F-3B6CB9C39070}">
      <dgm:prSet/>
      <dgm:spPr/>
      <dgm:t>
        <a:bodyPr/>
        <a:lstStyle/>
        <a:p>
          <a:endParaRPr lang="en-US"/>
        </a:p>
      </dgm:t>
    </dgm:pt>
    <dgm:pt modelId="{33207146-4C2F-49E6-B385-D7B2D9E338BB}" type="sibTrans" cxnId="{6B332EA0-CB77-4BB9-A52F-3B6CB9C39070}">
      <dgm:prSet/>
      <dgm:spPr/>
      <dgm:t>
        <a:bodyPr/>
        <a:lstStyle/>
        <a:p>
          <a:endParaRPr lang="en-US"/>
        </a:p>
      </dgm:t>
    </dgm:pt>
    <dgm:pt modelId="{D23DE5AF-839B-4B8F-95AC-768B247FF2C4}">
      <dgm:prSet/>
      <dgm:spPr/>
      <dgm:t>
        <a:bodyPr/>
        <a:lstStyle/>
        <a:p>
          <a:pPr>
            <a:lnSpc>
              <a:spcPct val="100000"/>
            </a:lnSpc>
            <a:defRPr b="1"/>
          </a:pPr>
          <a:r>
            <a:rPr lang="en-US"/>
            <a:t>SAP Integration</a:t>
          </a:r>
        </a:p>
      </dgm:t>
    </dgm:pt>
    <dgm:pt modelId="{46AC45C1-1A46-456F-AFAC-96F83555F92B}" type="parTrans" cxnId="{C1CF27A4-86B6-41C5-9D10-657E7ED9098E}">
      <dgm:prSet/>
      <dgm:spPr/>
      <dgm:t>
        <a:bodyPr/>
        <a:lstStyle/>
        <a:p>
          <a:endParaRPr lang="en-US"/>
        </a:p>
      </dgm:t>
    </dgm:pt>
    <dgm:pt modelId="{2CE76783-8A35-477C-882E-69FCBD09124A}" type="sibTrans" cxnId="{C1CF27A4-86B6-41C5-9D10-657E7ED9098E}">
      <dgm:prSet/>
      <dgm:spPr/>
      <dgm:t>
        <a:bodyPr/>
        <a:lstStyle/>
        <a:p>
          <a:pPr>
            <a:lnSpc>
              <a:spcPct val="100000"/>
            </a:lnSpc>
            <a:defRPr b="1"/>
          </a:pPr>
          <a:endParaRPr lang="en-US"/>
        </a:p>
      </dgm:t>
    </dgm:pt>
    <dgm:pt modelId="{554955F6-3028-49A1-8056-3C4005B633E5}">
      <dgm:prSet/>
      <dgm:spPr/>
      <dgm:t>
        <a:bodyPr/>
        <a:lstStyle/>
        <a:p>
          <a:pPr>
            <a:lnSpc>
              <a:spcPct val="100000"/>
            </a:lnSpc>
          </a:pPr>
          <a:r>
            <a:rPr lang="en-US"/>
            <a:t>Enabling metadata synchronization and data consistency through SAP platform integration.</a:t>
          </a:r>
        </a:p>
      </dgm:t>
    </dgm:pt>
    <dgm:pt modelId="{B7AC3736-AD86-4BCC-BA57-A4DDBAA8DE46}" type="parTrans" cxnId="{6BFA1557-1A57-47B5-B868-2F1837607ACA}">
      <dgm:prSet/>
      <dgm:spPr/>
      <dgm:t>
        <a:bodyPr/>
        <a:lstStyle/>
        <a:p>
          <a:endParaRPr lang="en-US"/>
        </a:p>
      </dgm:t>
    </dgm:pt>
    <dgm:pt modelId="{B562D261-77B5-4DCA-9EF5-08BD9372729C}" type="sibTrans" cxnId="{6BFA1557-1A57-47B5-B868-2F1837607ACA}">
      <dgm:prSet/>
      <dgm:spPr/>
      <dgm:t>
        <a:bodyPr/>
        <a:lstStyle/>
        <a:p>
          <a:endParaRPr lang="en-US"/>
        </a:p>
      </dgm:t>
    </dgm:pt>
    <dgm:pt modelId="{C24B220B-289F-45AB-9CE4-C097AE20D8C1}">
      <dgm:prSet/>
      <dgm:spPr/>
      <dgm:t>
        <a:bodyPr/>
        <a:lstStyle/>
        <a:p>
          <a:pPr>
            <a:lnSpc>
              <a:spcPct val="100000"/>
            </a:lnSpc>
            <a:defRPr b="1"/>
          </a:pPr>
          <a:r>
            <a:rPr lang="en-US"/>
            <a:t>Automated CI/CD and Offline Support</a:t>
          </a:r>
        </a:p>
      </dgm:t>
    </dgm:pt>
    <dgm:pt modelId="{57BE3BB4-018F-4C02-A680-69ACCCBCF516}" type="parTrans" cxnId="{9DCD95E6-164A-4831-95DF-DE83F7ADDDD0}">
      <dgm:prSet/>
      <dgm:spPr/>
      <dgm:t>
        <a:bodyPr/>
        <a:lstStyle/>
        <a:p>
          <a:endParaRPr lang="en-US"/>
        </a:p>
      </dgm:t>
    </dgm:pt>
    <dgm:pt modelId="{8E46AA82-9D4F-4B3E-AF40-3BF4DFC37982}" type="sibTrans" cxnId="{9DCD95E6-164A-4831-95DF-DE83F7ADDDD0}">
      <dgm:prSet/>
      <dgm:spPr/>
      <dgm:t>
        <a:bodyPr/>
        <a:lstStyle/>
        <a:p>
          <a:pPr>
            <a:lnSpc>
              <a:spcPct val="100000"/>
            </a:lnSpc>
            <a:defRPr b="1"/>
          </a:pPr>
          <a:endParaRPr lang="en-US"/>
        </a:p>
      </dgm:t>
    </dgm:pt>
    <dgm:pt modelId="{F6350EE2-1E0E-4E6B-87AD-229AD6F4E315}">
      <dgm:prSet/>
      <dgm:spPr/>
      <dgm:t>
        <a:bodyPr/>
        <a:lstStyle/>
        <a:p>
          <a:pPr>
            <a:lnSpc>
              <a:spcPct val="100000"/>
            </a:lnSpc>
          </a:pPr>
          <a:r>
            <a:rPr lang="en-US"/>
            <a:t>Adopting CI/CD automation and offline embedding pipeline for seamless updates in limited connectivity environments.</a:t>
          </a:r>
        </a:p>
      </dgm:t>
    </dgm:pt>
    <dgm:pt modelId="{CCC75AD6-EA19-43B6-AE76-C3F1084DFEDC}" type="parTrans" cxnId="{114A465B-91F7-4CC2-BFCA-F9868E357FAE}">
      <dgm:prSet/>
      <dgm:spPr/>
      <dgm:t>
        <a:bodyPr/>
        <a:lstStyle/>
        <a:p>
          <a:endParaRPr lang="en-US"/>
        </a:p>
      </dgm:t>
    </dgm:pt>
    <dgm:pt modelId="{E11C7262-F10A-4157-9E57-E8F99494D39D}" type="sibTrans" cxnId="{114A465B-91F7-4CC2-BFCA-F9868E357FAE}">
      <dgm:prSet/>
      <dgm:spPr/>
      <dgm:t>
        <a:bodyPr/>
        <a:lstStyle/>
        <a:p>
          <a:endParaRPr lang="en-US"/>
        </a:p>
      </dgm:t>
    </dgm:pt>
    <dgm:pt modelId="{62A10DF6-86A4-44E9-914E-E25949BEA20F}">
      <dgm:prSet/>
      <dgm:spPr/>
      <dgm:t>
        <a:bodyPr/>
        <a:lstStyle/>
        <a:p>
          <a:pPr>
            <a:lnSpc>
              <a:spcPct val="100000"/>
            </a:lnSpc>
            <a:defRPr b="1"/>
          </a:pPr>
          <a:r>
            <a:rPr lang="en-US"/>
            <a:t>Enhanced Analytics Dashboard</a:t>
          </a:r>
        </a:p>
      </dgm:t>
    </dgm:pt>
    <dgm:pt modelId="{F882AA64-1855-4F22-BF77-1519464E8289}" type="parTrans" cxnId="{93704623-E79A-4CCA-9437-4350A4A5C912}">
      <dgm:prSet/>
      <dgm:spPr/>
      <dgm:t>
        <a:bodyPr/>
        <a:lstStyle/>
        <a:p>
          <a:endParaRPr lang="en-US"/>
        </a:p>
      </dgm:t>
    </dgm:pt>
    <dgm:pt modelId="{AFC63371-E2FE-42B3-8B6F-A2A3674655C1}" type="sibTrans" cxnId="{93704623-E79A-4CCA-9437-4350A4A5C912}">
      <dgm:prSet/>
      <dgm:spPr/>
      <dgm:t>
        <a:bodyPr/>
        <a:lstStyle/>
        <a:p>
          <a:endParaRPr lang="en-US"/>
        </a:p>
      </dgm:t>
    </dgm:pt>
    <dgm:pt modelId="{C3132566-3021-40DE-8898-3EF28783B1DC}">
      <dgm:prSet/>
      <dgm:spPr/>
      <dgm:t>
        <a:bodyPr/>
        <a:lstStyle/>
        <a:p>
          <a:pPr>
            <a:lnSpc>
              <a:spcPct val="100000"/>
            </a:lnSpc>
          </a:pPr>
          <a:r>
            <a:rPr lang="en-US"/>
            <a:t>Providing deeper insights with Streamlit dashboard for better system usage and performance visualization.</a:t>
          </a:r>
        </a:p>
      </dgm:t>
    </dgm:pt>
    <dgm:pt modelId="{493103F7-CB87-4B1F-9145-D09307EAB621}" type="parTrans" cxnId="{D6D7F375-906B-4196-8087-EE6DD08E3474}">
      <dgm:prSet/>
      <dgm:spPr/>
      <dgm:t>
        <a:bodyPr/>
        <a:lstStyle/>
        <a:p>
          <a:endParaRPr lang="en-US"/>
        </a:p>
      </dgm:t>
    </dgm:pt>
    <dgm:pt modelId="{3D7CC381-F9F4-4ACD-AF10-17E40F4A2E4D}" type="sibTrans" cxnId="{D6D7F375-906B-4196-8087-EE6DD08E3474}">
      <dgm:prSet/>
      <dgm:spPr/>
      <dgm:t>
        <a:bodyPr/>
        <a:lstStyle/>
        <a:p>
          <a:endParaRPr lang="en-US"/>
        </a:p>
      </dgm:t>
    </dgm:pt>
    <dgm:pt modelId="{0C994266-4820-4F91-822C-CA0FDF345053}" type="pres">
      <dgm:prSet presAssocID="{7120DF98-0E33-400B-8FC0-7713311EA4E2}" presName="Name0" presStyleCnt="0">
        <dgm:presLayoutVars>
          <dgm:dir/>
          <dgm:resizeHandles val="exact"/>
        </dgm:presLayoutVars>
      </dgm:prSet>
      <dgm:spPr/>
    </dgm:pt>
    <dgm:pt modelId="{09B43810-F713-4495-973B-690DBBF350C0}" type="pres">
      <dgm:prSet presAssocID="{113CB6FA-6AE2-4CF8-9D5C-A95748A13780}" presName="compNode" presStyleCnt="0"/>
      <dgm:spPr/>
    </dgm:pt>
    <dgm:pt modelId="{9FA4EF14-9B46-4C53-AD4A-B7E1B99CF1B9}" type="pres">
      <dgm:prSet presAssocID="{113CB6FA-6AE2-4CF8-9D5C-A95748A13780}" presName="pictRect" presStyleLbl="revTx" presStyleIdx="0" presStyleCnt="10">
        <dgm:presLayoutVars>
          <dgm:chMax val="0"/>
          <dgm:bulletEnabled/>
        </dgm:presLayoutVars>
      </dgm:prSet>
      <dgm:spPr/>
    </dgm:pt>
    <dgm:pt modelId="{352E756A-A1C6-4103-AB64-40A3C06DD1BD}" type="pres">
      <dgm:prSet presAssocID="{113CB6FA-6AE2-4CF8-9D5C-A95748A13780}" presName="textRect" presStyleLbl="revTx" presStyleIdx="1" presStyleCnt="10">
        <dgm:presLayoutVars>
          <dgm:bulletEnabled/>
        </dgm:presLayoutVars>
      </dgm:prSet>
      <dgm:spPr/>
    </dgm:pt>
    <dgm:pt modelId="{8B7DCBCB-34E2-4B8A-BE9D-C043A25DB1A1}" type="pres">
      <dgm:prSet presAssocID="{91440912-4679-4E92-B517-07ECA844128C}" presName="sibTrans" presStyleLbl="sibTrans2D1" presStyleIdx="0" presStyleCnt="0"/>
      <dgm:spPr/>
    </dgm:pt>
    <dgm:pt modelId="{C116612C-15B1-4A6C-9BAC-F9B6418247FA}" type="pres">
      <dgm:prSet presAssocID="{9123F3A6-DB40-467F-BA3F-DAF1CAC967FB}" presName="compNode" presStyleCnt="0"/>
      <dgm:spPr/>
    </dgm:pt>
    <dgm:pt modelId="{E1D30E2F-0205-4623-9E7F-DC92D6584B32}" type="pres">
      <dgm:prSet presAssocID="{9123F3A6-DB40-467F-BA3F-DAF1CAC967FB}" presName="pictRect" presStyleLbl="revTx" presStyleIdx="2" presStyleCnt="10">
        <dgm:presLayoutVars>
          <dgm:chMax val="0"/>
          <dgm:bulletEnabled/>
        </dgm:presLayoutVars>
      </dgm:prSet>
      <dgm:spPr/>
    </dgm:pt>
    <dgm:pt modelId="{061EF04E-3579-486F-8A8B-0949166EDC74}" type="pres">
      <dgm:prSet presAssocID="{9123F3A6-DB40-467F-BA3F-DAF1CAC967FB}" presName="textRect" presStyleLbl="revTx" presStyleIdx="3" presStyleCnt="10">
        <dgm:presLayoutVars>
          <dgm:bulletEnabled/>
        </dgm:presLayoutVars>
      </dgm:prSet>
      <dgm:spPr/>
    </dgm:pt>
    <dgm:pt modelId="{69134EC6-1489-4FA7-AAB0-C8B6756B1B20}" type="pres">
      <dgm:prSet presAssocID="{4C0521F0-CBD7-438E-83D0-3DE5526122A7}" presName="sibTrans" presStyleLbl="sibTrans2D1" presStyleIdx="0" presStyleCnt="0"/>
      <dgm:spPr/>
    </dgm:pt>
    <dgm:pt modelId="{70E31958-7D82-41CB-944D-4160B94925D5}" type="pres">
      <dgm:prSet presAssocID="{D23DE5AF-839B-4B8F-95AC-768B247FF2C4}" presName="compNode" presStyleCnt="0"/>
      <dgm:spPr/>
    </dgm:pt>
    <dgm:pt modelId="{8F2C1806-A453-459D-A223-5A8CFDF2E67A}" type="pres">
      <dgm:prSet presAssocID="{D23DE5AF-839B-4B8F-95AC-768B247FF2C4}" presName="pictRect" presStyleLbl="revTx" presStyleIdx="4" presStyleCnt="10">
        <dgm:presLayoutVars>
          <dgm:chMax val="0"/>
          <dgm:bulletEnabled/>
        </dgm:presLayoutVars>
      </dgm:prSet>
      <dgm:spPr/>
    </dgm:pt>
    <dgm:pt modelId="{42C98AE4-2326-4D45-9AF2-D5E6E93D7099}" type="pres">
      <dgm:prSet presAssocID="{D23DE5AF-839B-4B8F-95AC-768B247FF2C4}" presName="textRect" presStyleLbl="revTx" presStyleIdx="5" presStyleCnt="10">
        <dgm:presLayoutVars>
          <dgm:bulletEnabled/>
        </dgm:presLayoutVars>
      </dgm:prSet>
      <dgm:spPr/>
    </dgm:pt>
    <dgm:pt modelId="{C8611459-954A-4AB4-975E-B440D1DF8554}" type="pres">
      <dgm:prSet presAssocID="{2CE76783-8A35-477C-882E-69FCBD09124A}" presName="sibTrans" presStyleLbl="sibTrans2D1" presStyleIdx="0" presStyleCnt="0"/>
      <dgm:spPr/>
    </dgm:pt>
    <dgm:pt modelId="{A02C1407-75B2-487C-A521-4A29DF1DF13F}" type="pres">
      <dgm:prSet presAssocID="{C24B220B-289F-45AB-9CE4-C097AE20D8C1}" presName="compNode" presStyleCnt="0"/>
      <dgm:spPr/>
    </dgm:pt>
    <dgm:pt modelId="{C3EE7BD4-FE68-4071-9AE8-9C60F44C12C9}" type="pres">
      <dgm:prSet presAssocID="{C24B220B-289F-45AB-9CE4-C097AE20D8C1}" presName="pictRect" presStyleLbl="revTx" presStyleIdx="6" presStyleCnt="10">
        <dgm:presLayoutVars>
          <dgm:chMax val="0"/>
          <dgm:bulletEnabled/>
        </dgm:presLayoutVars>
      </dgm:prSet>
      <dgm:spPr/>
    </dgm:pt>
    <dgm:pt modelId="{6DDD9A54-A42D-49A7-A516-D43214CC03F6}" type="pres">
      <dgm:prSet presAssocID="{C24B220B-289F-45AB-9CE4-C097AE20D8C1}" presName="textRect" presStyleLbl="revTx" presStyleIdx="7" presStyleCnt="10">
        <dgm:presLayoutVars>
          <dgm:bulletEnabled/>
        </dgm:presLayoutVars>
      </dgm:prSet>
      <dgm:spPr/>
    </dgm:pt>
    <dgm:pt modelId="{B1273726-B6DE-4697-AF89-6E458011EBD8}" type="pres">
      <dgm:prSet presAssocID="{8E46AA82-9D4F-4B3E-AF40-3BF4DFC37982}" presName="sibTrans" presStyleLbl="sibTrans2D1" presStyleIdx="0" presStyleCnt="0"/>
      <dgm:spPr/>
    </dgm:pt>
    <dgm:pt modelId="{3DC9B39E-E15F-45D0-88B6-648F4CDB56D5}" type="pres">
      <dgm:prSet presAssocID="{62A10DF6-86A4-44E9-914E-E25949BEA20F}" presName="compNode" presStyleCnt="0"/>
      <dgm:spPr/>
    </dgm:pt>
    <dgm:pt modelId="{9B2EEEF1-6CE3-4627-9787-E1DB0F5570B6}" type="pres">
      <dgm:prSet presAssocID="{62A10DF6-86A4-44E9-914E-E25949BEA20F}" presName="pictRect" presStyleLbl="revTx" presStyleIdx="8" presStyleCnt="10">
        <dgm:presLayoutVars>
          <dgm:chMax val="0"/>
          <dgm:bulletEnabled/>
        </dgm:presLayoutVars>
      </dgm:prSet>
      <dgm:spPr/>
    </dgm:pt>
    <dgm:pt modelId="{1BAA46D7-9C9F-4DBD-810F-0EAA9607A363}" type="pres">
      <dgm:prSet presAssocID="{62A10DF6-86A4-44E9-914E-E25949BEA20F}" presName="textRect" presStyleLbl="revTx" presStyleIdx="9" presStyleCnt="10">
        <dgm:presLayoutVars>
          <dgm:bulletEnabled/>
        </dgm:presLayoutVars>
      </dgm:prSet>
      <dgm:spPr/>
    </dgm:pt>
  </dgm:ptLst>
  <dgm:cxnLst>
    <dgm:cxn modelId="{857D090D-ECDA-4663-B1A6-800E2EA9004C}" srcId="{7120DF98-0E33-400B-8FC0-7713311EA4E2}" destId="{113CB6FA-6AE2-4CF8-9D5C-A95748A13780}" srcOrd="0" destOrd="0" parTransId="{423E1649-14B3-4072-9C25-5DAE6D26D598}" sibTransId="{91440912-4679-4E92-B517-07ECA844128C}"/>
    <dgm:cxn modelId="{93704623-E79A-4CCA-9437-4350A4A5C912}" srcId="{7120DF98-0E33-400B-8FC0-7713311EA4E2}" destId="{62A10DF6-86A4-44E9-914E-E25949BEA20F}" srcOrd="4" destOrd="0" parTransId="{F882AA64-1855-4F22-BF77-1519464E8289}" sibTransId="{AFC63371-E2FE-42B3-8B6F-A2A3674655C1}"/>
    <dgm:cxn modelId="{7EFAB12F-6D86-417F-AD0E-AE8CEA3850EC}" type="presOf" srcId="{458F429D-3EDC-4191-935E-79EDC59556F3}" destId="{352E756A-A1C6-4103-AB64-40A3C06DD1BD}" srcOrd="0" destOrd="0" presId="urn:microsoft.com/office/officeart/2024/3/layout/hArchList1"/>
    <dgm:cxn modelId="{9FC0DA3E-8B3D-4F75-BCAB-C144F7A550E1}" type="presOf" srcId="{F6350EE2-1E0E-4E6B-87AD-229AD6F4E315}" destId="{6DDD9A54-A42D-49A7-A516-D43214CC03F6}" srcOrd="0" destOrd="0" presId="urn:microsoft.com/office/officeart/2024/3/layout/hArchList1"/>
    <dgm:cxn modelId="{114A465B-91F7-4CC2-BFCA-F9868E357FAE}" srcId="{C24B220B-289F-45AB-9CE4-C097AE20D8C1}" destId="{F6350EE2-1E0E-4E6B-87AD-229AD6F4E315}" srcOrd="0" destOrd="0" parTransId="{CCC75AD6-EA19-43B6-AE76-C3F1084DFEDC}" sibTransId="{E11C7262-F10A-4157-9E57-E8F99494D39D}"/>
    <dgm:cxn modelId="{54FB594A-7CA8-4535-8D6D-50C0B4FADB06}" type="presOf" srcId="{9123F3A6-DB40-467F-BA3F-DAF1CAC967FB}" destId="{E1D30E2F-0205-4623-9E7F-DC92D6584B32}" srcOrd="0" destOrd="0" presId="urn:microsoft.com/office/officeart/2024/3/layout/hArchList1"/>
    <dgm:cxn modelId="{FD92286B-9159-4AAE-992F-F329BED9604B}" type="presOf" srcId="{554955F6-3028-49A1-8056-3C4005B633E5}" destId="{42C98AE4-2326-4D45-9AF2-D5E6E93D7099}" srcOrd="0" destOrd="0" presId="urn:microsoft.com/office/officeart/2024/3/layout/hArchList1"/>
    <dgm:cxn modelId="{4EC4B56D-9AE2-48CF-BE80-A27B8AB2B116}" type="presOf" srcId="{C3132566-3021-40DE-8898-3EF28783B1DC}" destId="{1BAA46D7-9C9F-4DBD-810F-0EAA9607A363}" srcOrd="0" destOrd="0" presId="urn:microsoft.com/office/officeart/2024/3/layout/hArchList1"/>
    <dgm:cxn modelId="{75C5F073-9609-466B-A4F7-D76727B2DB1C}" type="presOf" srcId="{4C0521F0-CBD7-438E-83D0-3DE5526122A7}" destId="{69134EC6-1489-4FA7-AAB0-C8B6756B1B20}" srcOrd="0" destOrd="0" presId="urn:microsoft.com/office/officeart/2024/3/layout/hArchList1"/>
    <dgm:cxn modelId="{F0F1E374-7B5B-4804-9769-A512C8ED00D6}" srcId="{7120DF98-0E33-400B-8FC0-7713311EA4E2}" destId="{9123F3A6-DB40-467F-BA3F-DAF1CAC967FB}" srcOrd="1" destOrd="0" parTransId="{BF61E4E7-4927-4F7E-9CEB-F12D70633737}" sibTransId="{4C0521F0-CBD7-438E-83D0-3DE5526122A7}"/>
    <dgm:cxn modelId="{D6D7F375-906B-4196-8087-EE6DD08E3474}" srcId="{62A10DF6-86A4-44E9-914E-E25949BEA20F}" destId="{C3132566-3021-40DE-8898-3EF28783B1DC}" srcOrd="0" destOrd="0" parTransId="{493103F7-CB87-4B1F-9145-D09307EAB621}" sibTransId="{3D7CC381-F9F4-4ACD-AF10-17E40F4A2E4D}"/>
    <dgm:cxn modelId="{6BFA1557-1A57-47B5-B868-2F1837607ACA}" srcId="{D23DE5AF-839B-4B8F-95AC-768B247FF2C4}" destId="{554955F6-3028-49A1-8056-3C4005B633E5}" srcOrd="0" destOrd="0" parTransId="{B7AC3736-AD86-4BCC-BA57-A4DDBAA8DE46}" sibTransId="{B562D261-77B5-4DCA-9EF5-08BD9372729C}"/>
    <dgm:cxn modelId="{8473067D-4835-4651-BD44-7ACD33983C50}" type="presOf" srcId="{8E46AA82-9D4F-4B3E-AF40-3BF4DFC37982}" destId="{B1273726-B6DE-4697-AF89-6E458011EBD8}" srcOrd="0" destOrd="0" presId="urn:microsoft.com/office/officeart/2024/3/layout/hArchList1"/>
    <dgm:cxn modelId="{A5BECF7F-E253-42B2-9946-FCD95975C2C8}" type="presOf" srcId="{BA6E9F49-75BE-42DD-9583-319CE1018026}" destId="{061EF04E-3579-486F-8A8B-0949166EDC74}" srcOrd="0" destOrd="0" presId="urn:microsoft.com/office/officeart/2024/3/layout/hArchList1"/>
    <dgm:cxn modelId="{6C510485-1D3B-42AD-856E-7F2667FBDF64}" type="presOf" srcId="{C24B220B-289F-45AB-9CE4-C097AE20D8C1}" destId="{C3EE7BD4-FE68-4071-9AE8-9C60F44C12C9}" srcOrd="0" destOrd="0" presId="urn:microsoft.com/office/officeart/2024/3/layout/hArchList1"/>
    <dgm:cxn modelId="{01C9B99F-F7AD-40DB-ABE9-0193F6686216}" type="presOf" srcId="{91440912-4679-4E92-B517-07ECA844128C}" destId="{8B7DCBCB-34E2-4B8A-BE9D-C043A25DB1A1}" srcOrd="0" destOrd="0" presId="urn:microsoft.com/office/officeart/2024/3/layout/hArchList1"/>
    <dgm:cxn modelId="{6B332EA0-CB77-4BB9-A52F-3B6CB9C39070}" srcId="{9123F3A6-DB40-467F-BA3F-DAF1CAC967FB}" destId="{BA6E9F49-75BE-42DD-9583-319CE1018026}" srcOrd="0" destOrd="0" parTransId="{25E43FC3-4F37-492F-8D53-5929E52A4266}" sibTransId="{33207146-4C2F-49E6-B385-D7B2D9E338BB}"/>
    <dgm:cxn modelId="{C1CF27A4-86B6-41C5-9D10-657E7ED9098E}" srcId="{7120DF98-0E33-400B-8FC0-7713311EA4E2}" destId="{D23DE5AF-839B-4B8F-95AC-768B247FF2C4}" srcOrd="2" destOrd="0" parTransId="{46AC45C1-1A46-456F-AFAC-96F83555F92B}" sibTransId="{2CE76783-8A35-477C-882E-69FCBD09124A}"/>
    <dgm:cxn modelId="{67D1E5A8-2B22-4355-8BC9-138FCDE1D8F6}" type="presOf" srcId="{D23DE5AF-839B-4B8F-95AC-768B247FF2C4}" destId="{8F2C1806-A453-459D-A223-5A8CFDF2E67A}" srcOrd="0" destOrd="0" presId="urn:microsoft.com/office/officeart/2024/3/layout/hArchList1"/>
    <dgm:cxn modelId="{AA1B58A9-0EA7-444D-ADD5-ED0DCB385EDC}" type="presOf" srcId="{7120DF98-0E33-400B-8FC0-7713311EA4E2}" destId="{0C994266-4820-4F91-822C-CA0FDF345053}" srcOrd="0" destOrd="0" presId="urn:microsoft.com/office/officeart/2024/3/layout/hArchList1"/>
    <dgm:cxn modelId="{2BB70DAA-359F-4784-99CF-4CE06A59FE1E}" srcId="{113CB6FA-6AE2-4CF8-9D5C-A95748A13780}" destId="{458F429D-3EDC-4191-935E-79EDC59556F3}" srcOrd="0" destOrd="0" parTransId="{8A43E792-5FA2-42AD-8029-69C9726DA593}" sibTransId="{7853A195-ABB1-41DD-98E3-02E79A36E2F5}"/>
    <dgm:cxn modelId="{5F391FB4-2C70-42C1-B0DB-227EC0661D59}" type="presOf" srcId="{62A10DF6-86A4-44E9-914E-E25949BEA20F}" destId="{9B2EEEF1-6CE3-4627-9787-E1DB0F5570B6}" srcOrd="0" destOrd="0" presId="urn:microsoft.com/office/officeart/2024/3/layout/hArchList1"/>
    <dgm:cxn modelId="{B918DFD6-680A-473E-AB87-667A09CBA65A}" type="presOf" srcId="{2CE76783-8A35-477C-882E-69FCBD09124A}" destId="{C8611459-954A-4AB4-975E-B440D1DF8554}" srcOrd="0" destOrd="0" presId="urn:microsoft.com/office/officeart/2024/3/layout/hArchList1"/>
    <dgm:cxn modelId="{9DCD95E6-164A-4831-95DF-DE83F7ADDDD0}" srcId="{7120DF98-0E33-400B-8FC0-7713311EA4E2}" destId="{C24B220B-289F-45AB-9CE4-C097AE20D8C1}" srcOrd="3" destOrd="0" parTransId="{57BE3BB4-018F-4C02-A680-69ACCCBCF516}" sibTransId="{8E46AA82-9D4F-4B3E-AF40-3BF4DFC37982}"/>
    <dgm:cxn modelId="{ACE6A1EF-BAE3-4044-8B18-148327FAD100}" type="presOf" srcId="{113CB6FA-6AE2-4CF8-9D5C-A95748A13780}" destId="{9FA4EF14-9B46-4C53-AD4A-B7E1B99CF1B9}" srcOrd="0" destOrd="0" presId="urn:microsoft.com/office/officeart/2024/3/layout/hArchList1"/>
    <dgm:cxn modelId="{9EC071C4-4C12-46E1-B20E-7AC2D1B179C1}" type="presParOf" srcId="{0C994266-4820-4F91-822C-CA0FDF345053}" destId="{09B43810-F713-4495-973B-690DBBF350C0}" srcOrd="0" destOrd="0" presId="urn:microsoft.com/office/officeart/2024/3/layout/hArchList1"/>
    <dgm:cxn modelId="{03FD807E-18ED-496D-B919-0C40F29FC2BF}" type="presParOf" srcId="{09B43810-F713-4495-973B-690DBBF350C0}" destId="{9FA4EF14-9B46-4C53-AD4A-B7E1B99CF1B9}" srcOrd="0" destOrd="0" presId="urn:microsoft.com/office/officeart/2024/3/layout/hArchList1"/>
    <dgm:cxn modelId="{C7AE837E-4113-46F0-A103-A858C2DC6499}" type="presParOf" srcId="{09B43810-F713-4495-973B-690DBBF350C0}" destId="{352E756A-A1C6-4103-AB64-40A3C06DD1BD}" srcOrd="1" destOrd="0" presId="urn:microsoft.com/office/officeart/2024/3/layout/hArchList1"/>
    <dgm:cxn modelId="{06BBD2B7-0B81-42FF-91FF-33DA8943FC7D}" type="presParOf" srcId="{0C994266-4820-4F91-822C-CA0FDF345053}" destId="{8B7DCBCB-34E2-4B8A-BE9D-C043A25DB1A1}" srcOrd="1" destOrd="0" presId="urn:microsoft.com/office/officeart/2024/3/layout/hArchList1"/>
    <dgm:cxn modelId="{1ED094EC-9150-4922-B7AB-866AB680427F}" type="presParOf" srcId="{0C994266-4820-4F91-822C-CA0FDF345053}" destId="{C116612C-15B1-4A6C-9BAC-F9B6418247FA}" srcOrd="2" destOrd="0" presId="urn:microsoft.com/office/officeart/2024/3/layout/hArchList1"/>
    <dgm:cxn modelId="{D893768F-6D4E-4336-A596-AB87B989F85C}" type="presParOf" srcId="{C116612C-15B1-4A6C-9BAC-F9B6418247FA}" destId="{E1D30E2F-0205-4623-9E7F-DC92D6584B32}" srcOrd="0" destOrd="0" presId="urn:microsoft.com/office/officeart/2024/3/layout/hArchList1"/>
    <dgm:cxn modelId="{2436F711-A4ED-4ED1-800A-42AD53930C44}" type="presParOf" srcId="{C116612C-15B1-4A6C-9BAC-F9B6418247FA}" destId="{061EF04E-3579-486F-8A8B-0949166EDC74}" srcOrd="1" destOrd="0" presId="urn:microsoft.com/office/officeart/2024/3/layout/hArchList1"/>
    <dgm:cxn modelId="{1DAEA88C-3799-474F-8FED-646F6ACAE1DF}" type="presParOf" srcId="{0C994266-4820-4F91-822C-CA0FDF345053}" destId="{69134EC6-1489-4FA7-AAB0-C8B6756B1B20}" srcOrd="3" destOrd="0" presId="urn:microsoft.com/office/officeart/2024/3/layout/hArchList1"/>
    <dgm:cxn modelId="{DFADB20C-C851-4EF6-9EAB-1EA0045D3608}" type="presParOf" srcId="{0C994266-4820-4F91-822C-CA0FDF345053}" destId="{70E31958-7D82-41CB-944D-4160B94925D5}" srcOrd="4" destOrd="0" presId="urn:microsoft.com/office/officeart/2024/3/layout/hArchList1"/>
    <dgm:cxn modelId="{DEBED484-9953-4011-92C5-47C5D000BED8}" type="presParOf" srcId="{70E31958-7D82-41CB-944D-4160B94925D5}" destId="{8F2C1806-A453-459D-A223-5A8CFDF2E67A}" srcOrd="0" destOrd="0" presId="urn:microsoft.com/office/officeart/2024/3/layout/hArchList1"/>
    <dgm:cxn modelId="{D27B3382-2E29-4F9F-B289-C246D658C0C4}" type="presParOf" srcId="{70E31958-7D82-41CB-944D-4160B94925D5}" destId="{42C98AE4-2326-4D45-9AF2-D5E6E93D7099}" srcOrd="1" destOrd="0" presId="urn:microsoft.com/office/officeart/2024/3/layout/hArchList1"/>
    <dgm:cxn modelId="{74FE4BFC-3387-4176-BEB2-5152282DC628}" type="presParOf" srcId="{0C994266-4820-4F91-822C-CA0FDF345053}" destId="{C8611459-954A-4AB4-975E-B440D1DF8554}" srcOrd="5" destOrd="0" presId="urn:microsoft.com/office/officeart/2024/3/layout/hArchList1"/>
    <dgm:cxn modelId="{C390AD6F-2E10-4C2B-A563-929001A38238}" type="presParOf" srcId="{0C994266-4820-4F91-822C-CA0FDF345053}" destId="{A02C1407-75B2-487C-A521-4A29DF1DF13F}" srcOrd="6" destOrd="0" presId="urn:microsoft.com/office/officeart/2024/3/layout/hArchList1"/>
    <dgm:cxn modelId="{8FCB82D2-6146-4D52-9E69-33DEB35336F5}" type="presParOf" srcId="{A02C1407-75B2-487C-A521-4A29DF1DF13F}" destId="{C3EE7BD4-FE68-4071-9AE8-9C60F44C12C9}" srcOrd="0" destOrd="0" presId="urn:microsoft.com/office/officeart/2024/3/layout/hArchList1"/>
    <dgm:cxn modelId="{9DC10839-A01F-45D3-8727-4670A805A8E5}" type="presParOf" srcId="{A02C1407-75B2-487C-A521-4A29DF1DF13F}" destId="{6DDD9A54-A42D-49A7-A516-D43214CC03F6}" srcOrd="1" destOrd="0" presId="urn:microsoft.com/office/officeart/2024/3/layout/hArchList1"/>
    <dgm:cxn modelId="{00EA30BA-633A-417B-90E4-44666C058C55}" type="presParOf" srcId="{0C994266-4820-4F91-822C-CA0FDF345053}" destId="{B1273726-B6DE-4697-AF89-6E458011EBD8}" srcOrd="7" destOrd="0" presId="urn:microsoft.com/office/officeart/2024/3/layout/hArchList1"/>
    <dgm:cxn modelId="{AEBFFB31-64B3-401C-8E8F-131969FAA978}" type="presParOf" srcId="{0C994266-4820-4F91-822C-CA0FDF345053}" destId="{3DC9B39E-E15F-45D0-88B6-648F4CDB56D5}" srcOrd="8" destOrd="0" presId="urn:microsoft.com/office/officeart/2024/3/layout/hArchList1"/>
    <dgm:cxn modelId="{8C38EA21-BF8B-4C46-9447-E5DA11FB4F60}" type="presParOf" srcId="{3DC9B39E-E15F-45D0-88B6-648F4CDB56D5}" destId="{9B2EEEF1-6CE3-4627-9787-E1DB0F5570B6}" srcOrd="0" destOrd="0" presId="urn:microsoft.com/office/officeart/2024/3/layout/hArchList1"/>
    <dgm:cxn modelId="{88CCB84F-B955-45C7-92A7-E36D827A4DA2}" type="presParOf" srcId="{3DC9B39E-E15F-45D0-88B6-648F4CDB56D5}" destId="{1BAA46D7-9C9F-4DBD-810F-0EAA9607A363}"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A4EF14-9B46-4C53-AD4A-B7E1B99CF1B9}">
      <dsp:nvSpPr>
        <dsp:cNvPr id="0" name=""/>
        <dsp:cNvSpPr/>
      </dsp:nvSpPr>
      <dsp:spPr>
        <a:xfrm>
          <a:off x="0" y="0"/>
          <a:ext cx="1827549" cy="46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defRPr b="1"/>
          </a:pPr>
          <a:r>
            <a:rPr lang="en-US" sz="1400" kern="1200"/>
            <a:t>Multi-language Support</a:t>
          </a:r>
        </a:p>
      </dsp:txBody>
      <dsp:txXfrm>
        <a:off x="0" y="0"/>
        <a:ext cx="1827549" cy="467560"/>
      </dsp:txXfrm>
    </dsp:sp>
    <dsp:sp modelId="{352E756A-A1C6-4103-AB64-40A3C06DD1BD}">
      <dsp:nvSpPr>
        <dsp:cNvPr id="0" name=""/>
        <dsp:cNvSpPr/>
      </dsp:nvSpPr>
      <dsp:spPr>
        <a:xfrm>
          <a:off x="0" y="467560"/>
          <a:ext cx="1827549" cy="3336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Introducing German and Japanese support to improve accessibility for global teams.</a:t>
          </a:r>
        </a:p>
      </dsp:txBody>
      <dsp:txXfrm>
        <a:off x="0" y="467560"/>
        <a:ext cx="1827549" cy="3336603"/>
      </dsp:txXfrm>
    </dsp:sp>
    <dsp:sp modelId="{E1D30E2F-0205-4623-9E7F-DC92D6584B32}">
      <dsp:nvSpPr>
        <dsp:cNvPr id="0" name=""/>
        <dsp:cNvSpPr/>
      </dsp:nvSpPr>
      <dsp:spPr>
        <a:xfrm>
          <a:off x="2010304" y="0"/>
          <a:ext cx="1827549" cy="46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defRPr b="1"/>
          </a:pPr>
          <a:r>
            <a:rPr lang="en-US" sz="1400" kern="1200"/>
            <a:t>Role-Based Access Control</a:t>
          </a:r>
        </a:p>
      </dsp:txBody>
      <dsp:txXfrm>
        <a:off x="2010304" y="0"/>
        <a:ext cx="1827549" cy="467560"/>
      </dsp:txXfrm>
    </dsp:sp>
    <dsp:sp modelId="{061EF04E-3579-486F-8A8B-0949166EDC74}">
      <dsp:nvSpPr>
        <dsp:cNvPr id="0" name=""/>
        <dsp:cNvSpPr/>
      </dsp:nvSpPr>
      <dsp:spPr>
        <a:xfrm>
          <a:off x="2010304" y="467560"/>
          <a:ext cx="1827549" cy="3336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Implementing RBAC to enhance security by assigning permissions based on user roles.</a:t>
          </a:r>
        </a:p>
      </dsp:txBody>
      <dsp:txXfrm>
        <a:off x="2010304" y="467560"/>
        <a:ext cx="1827549" cy="3336603"/>
      </dsp:txXfrm>
    </dsp:sp>
    <dsp:sp modelId="{8F2C1806-A453-459D-A223-5A8CFDF2E67A}">
      <dsp:nvSpPr>
        <dsp:cNvPr id="0" name=""/>
        <dsp:cNvSpPr/>
      </dsp:nvSpPr>
      <dsp:spPr>
        <a:xfrm>
          <a:off x="4020609" y="0"/>
          <a:ext cx="1827549" cy="46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defRPr b="1"/>
          </a:pPr>
          <a:r>
            <a:rPr lang="en-US" sz="1400" kern="1200"/>
            <a:t>SAP Integration</a:t>
          </a:r>
        </a:p>
      </dsp:txBody>
      <dsp:txXfrm>
        <a:off x="4020609" y="0"/>
        <a:ext cx="1827549" cy="467560"/>
      </dsp:txXfrm>
    </dsp:sp>
    <dsp:sp modelId="{42C98AE4-2326-4D45-9AF2-D5E6E93D7099}">
      <dsp:nvSpPr>
        <dsp:cNvPr id="0" name=""/>
        <dsp:cNvSpPr/>
      </dsp:nvSpPr>
      <dsp:spPr>
        <a:xfrm>
          <a:off x="4020609" y="467560"/>
          <a:ext cx="1827549" cy="3336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Enabling metadata synchronization and data consistency through SAP platform integration.</a:t>
          </a:r>
        </a:p>
      </dsp:txBody>
      <dsp:txXfrm>
        <a:off x="4020609" y="467560"/>
        <a:ext cx="1827549" cy="3336603"/>
      </dsp:txXfrm>
    </dsp:sp>
    <dsp:sp modelId="{C3EE7BD4-FE68-4071-9AE8-9C60F44C12C9}">
      <dsp:nvSpPr>
        <dsp:cNvPr id="0" name=""/>
        <dsp:cNvSpPr/>
      </dsp:nvSpPr>
      <dsp:spPr>
        <a:xfrm>
          <a:off x="6030914" y="0"/>
          <a:ext cx="1827549" cy="46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defRPr b="1"/>
          </a:pPr>
          <a:r>
            <a:rPr lang="en-US" sz="1400" kern="1200"/>
            <a:t>Automated CI/CD and Offline Support</a:t>
          </a:r>
        </a:p>
      </dsp:txBody>
      <dsp:txXfrm>
        <a:off x="6030914" y="0"/>
        <a:ext cx="1827549" cy="467560"/>
      </dsp:txXfrm>
    </dsp:sp>
    <dsp:sp modelId="{6DDD9A54-A42D-49A7-A516-D43214CC03F6}">
      <dsp:nvSpPr>
        <dsp:cNvPr id="0" name=""/>
        <dsp:cNvSpPr/>
      </dsp:nvSpPr>
      <dsp:spPr>
        <a:xfrm>
          <a:off x="6030914" y="467560"/>
          <a:ext cx="1827549" cy="3336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Adopting CI/CD automation and offline embedding pipeline for seamless updates in limited connectivity environments.</a:t>
          </a:r>
        </a:p>
      </dsp:txBody>
      <dsp:txXfrm>
        <a:off x="6030914" y="467560"/>
        <a:ext cx="1827549" cy="3336603"/>
      </dsp:txXfrm>
    </dsp:sp>
    <dsp:sp modelId="{9B2EEEF1-6CE3-4627-9787-E1DB0F5570B6}">
      <dsp:nvSpPr>
        <dsp:cNvPr id="0" name=""/>
        <dsp:cNvSpPr/>
      </dsp:nvSpPr>
      <dsp:spPr>
        <a:xfrm>
          <a:off x="8041219" y="0"/>
          <a:ext cx="1827549" cy="46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defRPr b="1"/>
          </a:pPr>
          <a:r>
            <a:rPr lang="en-US" sz="1400" kern="1200"/>
            <a:t>Enhanced Analytics Dashboard</a:t>
          </a:r>
        </a:p>
      </dsp:txBody>
      <dsp:txXfrm>
        <a:off x="8041219" y="0"/>
        <a:ext cx="1827549" cy="467560"/>
      </dsp:txXfrm>
    </dsp:sp>
    <dsp:sp modelId="{1BAA46D7-9C9F-4DBD-810F-0EAA9607A363}">
      <dsp:nvSpPr>
        <dsp:cNvPr id="0" name=""/>
        <dsp:cNvSpPr/>
      </dsp:nvSpPr>
      <dsp:spPr>
        <a:xfrm>
          <a:off x="8041219" y="467560"/>
          <a:ext cx="1827549" cy="3336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970" rIns="13970" bIns="13970" numCol="1" spcCol="1270" anchor="t" anchorCtr="0">
          <a:noAutofit/>
        </a:bodyPr>
        <a:lstStyle/>
        <a:p>
          <a:pPr marL="0" lvl="0" indent="0" algn="l" defTabSz="488950">
            <a:lnSpc>
              <a:spcPct val="100000"/>
            </a:lnSpc>
            <a:spcBef>
              <a:spcPct val="0"/>
            </a:spcBef>
            <a:spcAft>
              <a:spcPct val="35000"/>
            </a:spcAft>
            <a:buNone/>
          </a:pPr>
          <a:r>
            <a:rPr lang="en-US" sz="1100" kern="1200"/>
            <a:t>Providing deeper insights with Streamlit dashboard for better system usage and performance visualization.</a:t>
          </a:r>
        </a:p>
      </dsp:txBody>
      <dsp:txXfrm>
        <a:off x="8041219" y="467560"/>
        <a:ext cx="1827549" cy="3336603"/>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D7E04F-1677-415E-8774-69E7F5C8A8BF}" type="datetimeFigureOut">
              <a:t>9/30/2025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73CD1D-FACB-42D4-A347-D898FD364EC8}" type="slidenum">
              <a:t>‹#›</a:t>
            </a:fld>
            <a:endParaRPr lang="en-US"/>
          </a:p>
        </p:txBody>
      </p:sp>
    </p:spTree>
    <p:extLst>
      <p:ext uri="{BB962C8B-B14F-4D97-AF65-F5344CB8AC3E}">
        <p14:creationId xmlns:p14="http://schemas.microsoft.com/office/powerpoint/2010/main" val="1172916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C8EA451-373D-4703-AB48-1C18E8BEE3A1}" type="slidenum">
              <a:t>1</a:t>
            </a:fld>
            <a:endParaRPr lang="en-US"/>
          </a:p>
        </p:txBody>
      </p:sp>
    </p:spTree>
    <p:extLst>
      <p:ext uri="{BB962C8B-B14F-4D97-AF65-F5344CB8AC3E}">
        <p14:creationId xmlns:p14="http://schemas.microsoft.com/office/powerpoint/2010/main" val="2405751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a:t>
            </a:r>
          </a:p>
        </p:txBody>
      </p:sp>
      <p:sp>
        <p:nvSpPr>
          <p:cNvPr id="4" name="Slide Number Placeholder 3"/>
          <p:cNvSpPr>
            <a:spLocks noGrp="1"/>
          </p:cNvSpPr>
          <p:nvPr>
            <p:ph type="sldNum" sz="quarter" idx="5"/>
          </p:nvPr>
        </p:nvSpPr>
        <p:spPr/>
        <p:txBody>
          <a:bodyPr/>
          <a:lstStyle/>
          <a:p>
            <a:fld id="{EC8EA451-373D-4703-AB48-1C18E8BEE3A1}" type="slidenum">
              <a:t>2</a:t>
            </a:fld>
            <a:endParaRPr lang="en-US"/>
          </a:p>
        </p:txBody>
      </p:sp>
    </p:spTree>
    <p:extLst>
      <p:ext uri="{BB962C8B-B14F-4D97-AF65-F5344CB8AC3E}">
        <p14:creationId xmlns:p14="http://schemas.microsoft.com/office/powerpoint/2010/main" val="1488010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Teamcenter CoPilot is a GenAI-powered assistant developed to enhance the productivity and efficiency of Product Lifecycle Management (PLM) teams. Designed with advanced artificial intelligence capabilities, it aims to streamline various PLM-related tasks by offering intelligent support and automation. The assistant is tailored to integrate seamlessly with Siemens Teamcenter, providing contextual and department-aware functionalities. Prepared by Naveen Aswal in September 2025, this system is envisioned to transform how PLM teams interact with data, documents, and code within the Teamcenter ecosystem. The CoPilot leverages generative AI to facilitate knowledge retrieval, automate code generation, and ensure secure handling of sensitive information. Its design emphasizes scalability, security, and user-centric features, making it a valuable tool for modern engineering and manufacturing environments.</a:t>
            </a:r>
          </a:p>
        </p:txBody>
      </p:sp>
      <p:sp>
        <p:nvSpPr>
          <p:cNvPr id="4" name="Slide Number Placeholder 3"/>
          <p:cNvSpPr>
            <a:spLocks noGrp="1"/>
          </p:cNvSpPr>
          <p:nvPr>
            <p:ph type="sldNum" sz="quarter" idx="5"/>
          </p:nvPr>
        </p:nvSpPr>
        <p:spPr/>
        <p:txBody>
          <a:bodyPr/>
          <a:lstStyle/>
          <a:p>
            <a:fld id="{EC8EA451-373D-4703-AB48-1C18E8BEE3A1}" type="slidenum">
              <a:t>3</a:t>
            </a:fld>
            <a:endParaRPr lang="en-US"/>
          </a:p>
        </p:txBody>
      </p:sp>
    </p:spTree>
    <p:extLst>
      <p:ext uri="{BB962C8B-B14F-4D97-AF65-F5344CB8AC3E}">
        <p14:creationId xmlns:p14="http://schemas.microsoft.com/office/powerpoint/2010/main" val="3683389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Cases</a:t>
            </a:r>
          </a:p>
        </p:txBody>
      </p:sp>
      <p:sp>
        <p:nvSpPr>
          <p:cNvPr id="4" name="Slide Number Placeholder 3"/>
          <p:cNvSpPr>
            <a:spLocks noGrp="1"/>
          </p:cNvSpPr>
          <p:nvPr>
            <p:ph type="sldNum" sz="quarter" idx="5"/>
          </p:nvPr>
        </p:nvSpPr>
        <p:spPr/>
        <p:txBody>
          <a:bodyPr/>
          <a:lstStyle/>
          <a:p>
            <a:fld id="{EC8EA451-373D-4703-AB48-1C18E8BEE3A1}" type="slidenum">
              <a:t>4</a:t>
            </a:fld>
            <a:endParaRPr lang="en-US"/>
          </a:p>
        </p:txBody>
      </p:sp>
    </p:spTree>
    <p:extLst>
      <p:ext uri="{BB962C8B-B14F-4D97-AF65-F5344CB8AC3E}">
        <p14:creationId xmlns:p14="http://schemas.microsoft.com/office/powerpoint/2010/main" val="4004115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Teamcenter CoPilot supports a variety of use cases that cater to the diverse needs of PLM teams. One of its primary functions is knowledge retrieval, allowing users to access relevant information quickly and efficiently. This is particularly useful in environments where data is vast and often siloed. Another significant use case is code generation, where the assistant provides templates and snippets tailored to specific tasks, reducing development time and errors. Secure knowledge segregation ensures that sensitive information is compartmentalized based on departmental access, maintaining data integrity and compliance. Additionally, the system supports document upload capabilities, enabling users to integrate and query documents within the Teamcenter framework. These use cases collectively enhance operational efficiency, reduce manual effort, and foster a more intelligent and responsive PLM environment.</a:t>
            </a:r>
          </a:p>
        </p:txBody>
      </p:sp>
      <p:sp>
        <p:nvSpPr>
          <p:cNvPr id="4" name="Slide Number Placeholder 3"/>
          <p:cNvSpPr>
            <a:spLocks noGrp="1"/>
          </p:cNvSpPr>
          <p:nvPr>
            <p:ph type="sldNum" sz="quarter" idx="5"/>
          </p:nvPr>
        </p:nvSpPr>
        <p:spPr/>
        <p:txBody>
          <a:bodyPr/>
          <a:lstStyle/>
          <a:p>
            <a:fld id="{EC8EA451-373D-4703-AB48-1C18E8BEE3A1}" type="slidenum">
              <a:t>5</a:t>
            </a:fld>
            <a:endParaRPr lang="en-US"/>
          </a:p>
        </p:txBody>
      </p:sp>
    </p:spTree>
    <p:extLst>
      <p:ext uri="{BB962C8B-B14F-4D97-AF65-F5344CB8AC3E}">
        <p14:creationId xmlns:p14="http://schemas.microsoft.com/office/powerpoint/2010/main" val="162003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Requirements</a:t>
            </a:r>
          </a:p>
        </p:txBody>
      </p:sp>
      <p:sp>
        <p:nvSpPr>
          <p:cNvPr id="4" name="Slide Number Placeholder 3"/>
          <p:cNvSpPr>
            <a:spLocks noGrp="1"/>
          </p:cNvSpPr>
          <p:nvPr>
            <p:ph type="sldNum" sz="quarter" idx="5"/>
          </p:nvPr>
        </p:nvSpPr>
        <p:spPr/>
        <p:txBody>
          <a:bodyPr/>
          <a:lstStyle/>
          <a:p>
            <a:fld id="{EC8EA451-373D-4703-AB48-1C18E8BEE3A1}" type="slidenum">
              <a:t>6</a:t>
            </a:fld>
            <a:endParaRPr lang="en-US"/>
          </a:p>
        </p:txBody>
      </p:sp>
    </p:spTree>
    <p:extLst>
      <p:ext uri="{BB962C8B-B14F-4D97-AF65-F5344CB8AC3E}">
        <p14:creationId xmlns:p14="http://schemas.microsoft.com/office/powerpoint/2010/main" val="4219341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Teamcenter CoPilot system is built with a robust set of functional and non-functional requirements to ensure optimal performance and security. Key functional requirements include department-aware querying, which allows the system to tailor responses based on the user's departmental context. Secure document upload is another critical feature, ensuring that all uploaded content is handled with stringent security protocols. The system also supports code generation templates, facilitating rapid development and customization. Integration with the EuronAI LLM provides advanced language model capabilities for intelligent completions. On the non-functional side, the system includes a Streamlit UI with a progress bar to enhance user experience and provide real-time feedback. These requirements are designed to support a scalable, secure, and user-friendly environment that aligns with the operational needs of PLM teams.</a:t>
            </a:r>
          </a:p>
        </p:txBody>
      </p:sp>
      <p:sp>
        <p:nvSpPr>
          <p:cNvPr id="4" name="Slide Number Placeholder 3"/>
          <p:cNvSpPr>
            <a:spLocks noGrp="1"/>
          </p:cNvSpPr>
          <p:nvPr>
            <p:ph type="sldNum" sz="quarter" idx="5"/>
          </p:nvPr>
        </p:nvSpPr>
        <p:spPr/>
        <p:txBody>
          <a:bodyPr/>
          <a:lstStyle/>
          <a:p>
            <a:fld id="{EC8EA451-373D-4703-AB48-1C18E8BEE3A1}" type="slidenum">
              <a:t>7</a:t>
            </a:fld>
            <a:endParaRPr lang="en-US"/>
          </a:p>
        </p:txBody>
      </p:sp>
    </p:spTree>
    <p:extLst>
      <p:ext uri="{BB962C8B-B14F-4D97-AF65-F5344CB8AC3E}">
        <p14:creationId xmlns:p14="http://schemas.microsoft.com/office/powerpoint/2010/main" val="1862686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Technology Stack &amp; Architecture</a:t>
            </a:r>
          </a:p>
        </p:txBody>
      </p:sp>
      <p:sp>
        <p:nvSpPr>
          <p:cNvPr id="4" name="Slide Number Placeholder 3"/>
          <p:cNvSpPr>
            <a:spLocks noGrp="1"/>
          </p:cNvSpPr>
          <p:nvPr>
            <p:ph type="sldNum" sz="quarter" idx="5"/>
          </p:nvPr>
        </p:nvSpPr>
        <p:spPr/>
        <p:txBody>
          <a:bodyPr/>
          <a:lstStyle/>
          <a:p>
            <a:fld id="{EC8EA451-373D-4703-AB48-1C18E8BEE3A1}" type="slidenum">
              <a:t>8</a:t>
            </a:fld>
            <a:endParaRPr lang="en-US"/>
          </a:p>
        </p:txBody>
      </p:sp>
    </p:spTree>
    <p:extLst>
      <p:ext uri="{BB962C8B-B14F-4D97-AF65-F5344CB8AC3E}">
        <p14:creationId xmlns:p14="http://schemas.microsoft.com/office/powerpoint/2010/main" val="305784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technology stack of Teamcenter CoPilot is composed of modern and scalable components that ensure high performance and reliability. The frontend is developed using Streamlit, providing an interactive and user-friendly interface. The backend is powered by Python, enabling robust processing and integration capabilities. For document storage, the system utilizes AWS S3, ensuring secure and scalable data management. FAISS is employed for vector search, allowing efficient retrieval of information based on departmental segmentation. HuggingFace embeddings are used to enhance semantic understanding and search accuracy. The EuronAI GPT-4.1-nano model is integrated for generating intelligent completions, while Jinja2 templates facilitate code generation for ITK/SOA. Deployment is managed through Docker and EC2, providing flexibility and scalability. This architecture supports a seamless and efficient operation tailored to the needs of PLM teams.</a:t>
            </a:r>
          </a:p>
        </p:txBody>
      </p:sp>
      <p:sp>
        <p:nvSpPr>
          <p:cNvPr id="4" name="Slide Number Placeholder 3"/>
          <p:cNvSpPr>
            <a:spLocks noGrp="1"/>
          </p:cNvSpPr>
          <p:nvPr>
            <p:ph type="sldNum" sz="quarter" idx="5"/>
          </p:nvPr>
        </p:nvSpPr>
        <p:spPr/>
        <p:txBody>
          <a:bodyPr/>
          <a:lstStyle/>
          <a:p>
            <a:fld id="{EC8EA451-373D-4703-AB48-1C18E8BEE3A1}" type="slidenum">
              <a:t>9</a:t>
            </a:fld>
            <a:endParaRPr lang="en-US"/>
          </a:p>
        </p:txBody>
      </p:sp>
    </p:spTree>
    <p:extLst>
      <p:ext uri="{BB962C8B-B14F-4D97-AF65-F5344CB8AC3E}">
        <p14:creationId xmlns:p14="http://schemas.microsoft.com/office/powerpoint/2010/main" val="58760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Future Enhancements</a:t>
            </a:r>
          </a:p>
        </p:txBody>
      </p:sp>
      <p:sp>
        <p:nvSpPr>
          <p:cNvPr id="4" name="Slide Number Placeholder 3"/>
          <p:cNvSpPr>
            <a:spLocks noGrp="1"/>
          </p:cNvSpPr>
          <p:nvPr>
            <p:ph type="sldNum" sz="quarter" idx="5"/>
          </p:nvPr>
        </p:nvSpPr>
        <p:spPr/>
        <p:txBody>
          <a:bodyPr/>
          <a:lstStyle/>
          <a:p>
            <a:fld id="{EC8EA451-373D-4703-AB48-1C18E8BEE3A1}" type="slidenum">
              <a:t>10</a:t>
            </a:fld>
            <a:endParaRPr lang="en-US"/>
          </a:p>
        </p:txBody>
      </p:sp>
    </p:spTree>
    <p:extLst>
      <p:ext uri="{BB962C8B-B14F-4D97-AF65-F5344CB8AC3E}">
        <p14:creationId xmlns:p14="http://schemas.microsoft.com/office/powerpoint/2010/main" val="221644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future roadmap for Teamcenter CoPilot includes several enhancements aimed at expanding its capabilities and improving user experience. Multi-language support is planned, with initial focus on German and Japanese, to cater to global teams and improve accessibility. Role-based access control (RBAC) will be introduced to ensure that users have appropriate permissions based on their roles, enhancing security and compliance. Integration with SAP is also on the horizon, enabling metadata synchronization and improving data consistency across platforms. The system will adopt CI/CD practices for automated retraining and deployments, ensuring that updates and improvements are delivered seamlessly. An offline embedding generation pipeline is planned to support environments with limited connectivity. Additionally, an enhanced analytics dashboard in Streamlit will provide deeper insights and better visualization of system usage and performance. These enhancements will further solidify Teamcenter CoPilot as a comprehensive and intelligent assistant for PLM teams.</a:t>
            </a:r>
          </a:p>
        </p:txBody>
      </p:sp>
      <p:sp>
        <p:nvSpPr>
          <p:cNvPr id="4" name="Slide Number Placeholder 3"/>
          <p:cNvSpPr>
            <a:spLocks noGrp="1"/>
          </p:cNvSpPr>
          <p:nvPr>
            <p:ph type="sldNum" sz="quarter" idx="5"/>
          </p:nvPr>
        </p:nvSpPr>
        <p:spPr/>
        <p:txBody>
          <a:bodyPr/>
          <a:lstStyle/>
          <a:p>
            <a:fld id="{EC8EA451-373D-4703-AB48-1C18E8BEE3A1}" type="slidenum">
              <a:t>11</a:t>
            </a:fld>
            <a:endParaRPr lang="en-US"/>
          </a:p>
        </p:txBody>
      </p:sp>
    </p:spTree>
    <p:extLst>
      <p:ext uri="{BB962C8B-B14F-4D97-AF65-F5344CB8AC3E}">
        <p14:creationId xmlns:p14="http://schemas.microsoft.com/office/powerpoint/2010/main" val="40797318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endParaRPr lang="en-US" dirty="0"/>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46608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endParaRPr lang="en-US" dirty="0"/>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Tuesday, September 30, 2025</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19273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643556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Tuesday, September 30, 2025</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80157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86110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endParaRPr lang="en-US" dirty="0"/>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Tuesday, September 30, 2025</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1851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Tuesday, September 30, 2025</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551022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37459441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37511183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Tuesday, September 30, 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4035622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Tuesday, September 30,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6102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3554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7485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56591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Tuesday, September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214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Tuesday, September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Tuesday, September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71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Tuesday, September 30, 2025</a:t>
            </a:fld>
            <a:endParaRPr lang="en-US" dirty="0"/>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559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Tuesday, September 30, 2025</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23006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Tuesday, September 30,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dirty="0"/>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Tuesday, September 30,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20412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dirty="0"/>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Tuesday, September 30,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80353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Tuesday, September 30,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92316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Tuesday, September 30,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03516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dirty="0"/>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Tuesday, September 30,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3792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Tuesday, September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Tuesday, September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78578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Tuesday, September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Tuesday, September 30,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1987367"/>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Tuesday, September 30,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8273461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Tuesday, September 30,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21379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Tuesday, September 30,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92323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Tuesday, September 30,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942459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Tuesday, September 30,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52628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Tuesday, September 30, 2025</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115647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Tuesday, September 30, 2025</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8577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Tuesday, September 30, 2025</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911058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Tuesday, September 30,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Tuesday, September 30, 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Tuesday, September 30, 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Tuesday, September 30, 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Tuesday, September 30, 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Tuesday, September 30, 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690216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Tuesday, September 30, 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89" r:id="rId1"/>
    <p:sldLayoutId id="2147483662" r:id="rId2"/>
    <p:sldLayoutId id="2147483788" r:id="rId3"/>
    <p:sldLayoutId id="2147483792" r:id="rId4"/>
    <p:sldLayoutId id="2147483785" r:id="rId5"/>
    <p:sldLayoutId id="2147483781" r:id="rId6"/>
    <p:sldLayoutId id="2147483783" r:id="rId7"/>
    <p:sldLayoutId id="2147483784" r:id="rId8"/>
    <p:sldLayoutId id="2147483729" r:id="rId9"/>
    <p:sldLayoutId id="2147483810" r:id="rId10"/>
    <p:sldLayoutId id="2147483716" r:id="rId11"/>
    <p:sldLayoutId id="2147483841" r:id="rId12"/>
    <p:sldLayoutId id="2147483679" r:id="rId13"/>
    <p:sldLayoutId id="2147483680" r:id="rId14"/>
    <p:sldLayoutId id="2147483681" r:id="rId15"/>
    <p:sldLayoutId id="2147483778" r:id="rId16"/>
    <p:sldLayoutId id="2147483797" r:id="rId17"/>
    <p:sldLayoutId id="2147483794" r:id="rId18"/>
    <p:sldLayoutId id="2147483690" r:id="rId19"/>
    <p:sldLayoutId id="2147483707" r:id="rId20"/>
    <p:sldLayoutId id="2147483708" r:id="rId21"/>
    <p:sldLayoutId id="2147483848" r:id="rId22"/>
    <p:sldLayoutId id="2147483849" r:id="rId23"/>
    <p:sldLayoutId id="2147483694" r:id="rId24"/>
    <p:sldLayoutId id="2147483803" r:id="rId25"/>
    <p:sldLayoutId id="2147483824" r:id="rId26"/>
    <p:sldLayoutId id="2147483770" r:id="rId27"/>
    <p:sldLayoutId id="2147483801" r:id="rId28"/>
    <p:sldLayoutId id="2147483808" r:id="rId29"/>
    <p:sldLayoutId id="2147483672" r:id="rId30"/>
    <p:sldLayoutId id="2147483804" r:id="rId31"/>
    <p:sldLayoutId id="2147483696" r:id="rId32"/>
    <p:sldLayoutId id="2147483845" r:id="rId33"/>
    <p:sldLayoutId id="2147483846" r:id="rId34"/>
    <p:sldLayoutId id="2147483847" r:id="rId35"/>
    <p:sldLayoutId id="2147483826" r:id="rId36"/>
    <p:sldLayoutId id="2147483775" r:id="rId37"/>
    <p:sldLayoutId id="2147483823" r:id="rId38"/>
    <p:sldLayoutId id="2147483842" r:id="rId39"/>
    <p:sldLayoutId id="2147483843" r:id="rId40"/>
    <p:sldLayoutId id="2147483844" r:id="rId41"/>
    <p:sldLayoutId id="2147483664" r:id="rId42"/>
    <p:sldLayoutId id="2147483665" r:id="rId43"/>
    <p:sldLayoutId id="2147483666" r:id="rId44"/>
    <p:sldLayoutId id="2147483667" r:id="rId45"/>
    <p:sldLayoutId id="2147483668" r:id="rId46"/>
    <p:sldLayoutId id="2147483669" r:id="rId47"/>
    <p:sldLayoutId id="2147483685" r:id="rId48"/>
    <p:sldLayoutId id="2147483730"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0B84C-1BFB-715D-3E05-88B5AD7FB334}"/>
              </a:ext>
            </a:extLst>
          </p:cNvPr>
          <p:cNvSpPr>
            <a:spLocks noGrp="1"/>
          </p:cNvSpPr>
          <p:nvPr>
            <p:ph type="ctrTitle"/>
          </p:nvPr>
        </p:nvSpPr>
        <p:spPr>
          <a:xfrm>
            <a:off x="731520" y="4791456"/>
            <a:ext cx="10570464" cy="1170432"/>
          </a:xfrm>
        </p:spPr>
        <p:txBody>
          <a:bodyPr anchor="b">
            <a:normAutofit/>
          </a:bodyPr>
          <a:lstStyle/>
          <a:p>
            <a:r>
              <a:rPr lang="en-US" sz="3700"/>
              <a:t>Teamcenter CoPilot – GenAI-powered Assistant</a:t>
            </a:r>
          </a:p>
        </p:txBody>
      </p:sp>
      <p:sp>
        <p:nvSpPr>
          <p:cNvPr id="3" name="Subtitle 2">
            <a:extLst>
              <a:ext uri="{FF2B5EF4-FFF2-40B4-BE49-F238E27FC236}">
                <a16:creationId xmlns:a16="http://schemas.microsoft.com/office/drawing/2014/main" id="{10FF4514-8C9A-0F66-7C40-B559102AD3C9}"/>
              </a:ext>
            </a:extLst>
          </p:cNvPr>
          <p:cNvSpPr>
            <a:spLocks noGrp="1"/>
          </p:cNvSpPr>
          <p:nvPr>
            <p:ph type="subTitle" idx="1"/>
          </p:nvPr>
        </p:nvSpPr>
        <p:spPr>
          <a:xfrm>
            <a:off x="731520" y="6025896"/>
            <a:ext cx="10579608" cy="429768"/>
          </a:xfrm>
        </p:spPr>
        <p:txBody>
          <a:bodyPr>
            <a:normAutofit/>
          </a:bodyPr>
          <a:lstStyle/>
          <a:p>
            <a:r>
              <a:rPr lang="en-US"/>
              <a:t>Enhancing productivity with intelligent AI-driven support</a:t>
            </a:r>
          </a:p>
        </p:txBody>
      </p:sp>
      <p:pic>
        <p:nvPicPr>
          <p:cNvPr id="4" name="Picture 3" descr="Person wearing mixed reality smartglasses touching transparent screen">
            <a:extLst>
              <a:ext uri="{FF2B5EF4-FFF2-40B4-BE49-F238E27FC236}">
                <a16:creationId xmlns:a16="http://schemas.microsoft.com/office/drawing/2014/main" id="{9DF9AFEA-0741-4928-8C48-D07DE31E27D2}"/>
              </a:ext>
            </a:extLst>
          </p:cNvPr>
          <p:cNvPicPr>
            <a:picLocks noChangeAspect="1"/>
          </p:cNvPicPr>
          <p:nvPr/>
        </p:nvPicPr>
        <p:blipFill>
          <a:blip r:embed="rId3"/>
          <a:srcRect t="7116" b="36704"/>
          <a:stretch>
            <a:fillRect/>
          </a:stretch>
        </p:blipFill>
        <p:spPr>
          <a:xfrm>
            <a:off x="20" y="10"/>
            <a:ext cx="12191980" cy="4571990"/>
          </a:xfrm>
          <a:prstGeom prst="rect">
            <a:avLst/>
          </a:prstGeom>
          <a:noFill/>
        </p:spPr>
      </p:pic>
    </p:spTree>
    <p:extLst>
      <p:ext uri="{BB962C8B-B14F-4D97-AF65-F5344CB8AC3E}">
        <p14:creationId xmlns:p14="http://schemas.microsoft.com/office/powerpoint/2010/main" val="389344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431B8-471B-1AB9-843B-6AE78B7D6A7A}"/>
              </a:ext>
            </a:extLst>
          </p:cNvPr>
          <p:cNvSpPr>
            <a:spLocks noGrp="1"/>
          </p:cNvSpPr>
          <p:nvPr>
            <p:ph type="title"/>
          </p:nvPr>
        </p:nvSpPr>
        <p:spPr>
          <a:xfrm>
            <a:off x="731520" y="2596896"/>
            <a:ext cx="8933688" cy="3566160"/>
          </a:xfrm>
        </p:spPr>
        <p:txBody>
          <a:bodyPr anchor="b">
            <a:normAutofit/>
          </a:bodyPr>
          <a:lstStyle/>
          <a:p>
            <a:r>
              <a:rPr lang="en-US"/>
              <a:t>Overview</a:t>
            </a:r>
          </a:p>
        </p:txBody>
      </p:sp>
    </p:spTree>
    <p:extLst>
      <p:ext uri="{BB962C8B-B14F-4D97-AF65-F5344CB8AC3E}">
        <p14:creationId xmlns:p14="http://schemas.microsoft.com/office/powerpoint/2010/main" val="3658940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FCDA2-02A0-3BA5-01E5-DB9BE1A415C6}"/>
              </a:ext>
            </a:extLst>
          </p:cNvPr>
          <p:cNvSpPr>
            <a:spLocks noGrp="1"/>
          </p:cNvSpPr>
          <p:nvPr>
            <p:ph type="title"/>
          </p:nvPr>
        </p:nvSpPr>
        <p:spPr>
          <a:xfrm>
            <a:off x="731520" y="312572"/>
            <a:ext cx="6858000" cy="923544"/>
          </a:xfrm>
        </p:spPr>
        <p:txBody>
          <a:bodyPr anchor="b">
            <a:normAutofit/>
          </a:bodyPr>
          <a:lstStyle/>
          <a:p>
            <a:r>
              <a:rPr lang="en-US"/>
              <a:t>Introduction</a:t>
            </a:r>
          </a:p>
        </p:txBody>
      </p:sp>
      <p:sp>
        <p:nvSpPr>
          <p:cNvPr id="4" name="Content Placeholder 3">
            <a:extLst>
              <a:ext uri="{FF2B5EF4-FFF2-40B4-BE49-F238E27FC236}">
                <a16:creationId xmlns:a16="http://schemas.microsoft.com/office/drawing/2014/main" id="{2CCB4DF6-E255-5873-4D4B-B77106FA623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GenAI Assistant for PLM</a:t>
            </a:r>
          </a:p>
          <a:p>
            <a:pPr marL="0" lvl="1" indent="0">
              <a:buFont typeface="Arial" panose="020B0604020202020204" pitchFamily="34" charset="0"/>
              <a:buNone/>
            </a:pPr>
            <a:r>
              <a:t>Teamcenter CoPilot uses generative AI to improve productivity and efficiency in PLM tasks.</a:t>
            </a:r>
            <a:endParaRPr lang="en-US"/>
          </a:p>
          <a:p>
            <a:pPr marL="0" indent="0">
              <a:spcBef>
                <a:spcPts val="2500"/>
              </a:spcBef>
              <a:buFont typeface="Arial" panose="020B0604020202020204" pitchFamily="34" charset="0"/>
              <a:buNone/>
            </a:pPr>
            <a:r>
              <a:rPr lang="en-US" b="1"/>
              <a:t>Seamless Integration</a:t>
            </a:r>
          </a:p>
          <a:p>
            <a:pPr marL="0" lvl="1" indent="0">
              <a:buFont typeface="Arial" panose="020B0604020202020204" pitchFamily="34" charset="0"/>
              <a:buNone/>
            </a:pPr>
            <a:r>
              <a:t>Designed to integrate with Teamcenter, providing contextual and department-aware support.</a:t>
            </a:r>
            <a:endParaRPr lang="en-US"/>
          </a:p>
          <a:p>
            <a:pPr marL="0" indent="0">
              <a:spcBef>
                <a:spcPts val="2500"/>
              </a:spcBef>
              <a:buFont typeface="Arial" panose="020B0604020202020204" pitchFamily="34" charset="0"/>
              <a:buNone/>
            </a:pPr>
            <a:r>
              <a:rPr lang="en-US" b="1"/>
              <a:t>Automation and Security</a:t>
            </a:r>
          </a:p>
          <a:p>
            <a:pPr marL="0" lvl="1" indent="0">
              <a:buFont typeface="Arial" panose="020B0604020202020204" pitchFamily="34" charset="0"/>
              <a:buNone/>
            </a:pPr>
            <a:r>
              <a:t>Facilitates knowledge retrieval, automates code generation, and ensures secure handling of data.</a:t>
            </a:r>
            <a:endParaRPr lang="en-US"/>
          </a:p>
          <a:p>
            <a:pPr marL="0" indent="0">
              <a:spcBef>
                <a:spcPts val="2500"/>
              </a:spcBef>
              <a:buFont typeface="Arial" panose="020B0604020202020204" pitchFamily="34" charset="0"/>
              <a:buNone/>
            </a:pPr>
            <a:r>
              <a:rPr lang="en-US" b="1"/>
              <a:t>User-Centric Design</a:t>
            </a:r>
          </a:p>
          <a:p>
            <a:pPr marL="0" lvl="1" indent="0">
              <a:buFont typeface="Arial" panose="020B0604020202020204" pitchFamily="34" charset="0"/>
              <a:buNone/>
            </a:pPr>
            <a:r>
              <a:t>Focuses on scalability, security, and user-friendly features for modern engineering environments.</a:t>
            </a:r>
            <a:endParaRPr lang="en-US"/>
          </a:p>
        </p:txBody>
      </p:sp>
      <p:pic>
        <p:nvPicPr>
          <p:cNvPr id="5" name="Content Placeholder 4" descr="Computer network connection smart city future internet technology">
            <a:extLst>
              <a:ext uri="{FF2B5EF4-FFF2-40B4-BE49-F238E27FC236}">
                <a16:creationId xmlns:a16="http://schemas.microsoft.com/office/drawing/2014/main" id="{BAF579E1-17B2-4696-BD2A-4FCEC001D6DD}"/>
              </a:ext>
            </a:extLst>
          </p:cNvPr>
          <p:cNvPicPr>
            <a:picLocks noGrp="1" noChangeAspect="1"/>
          </p:cNvPicPr>
          <p:nvPr>
            <p:ph type="pic" sz="quarter" idx="15"/>
          </p:nvPr>
        </p:nvPicPr>
        <p:blipFill>
          <a:blip r:embed="rId3"/>
          <a:srcRect l="25344" r="35076"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2282542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4A509-8B2B-BAC0-0600-44CDB4547ED2}"/>
              </a:ext>
            </a:extLst>
          </p:cNvPr>
          <p:cNvSpPr>
            <a:spLocks noGrp="1"/>
          </p:cNvSpPr>
          <p:nvPr>
            <p:ph type="title"/>
          </p:nvPr>
        </p:nvSpPr>
        <p:spPr>
          <a:xfrm>
            <a:off x="731520" y="2596896"/>
            <a:ext cx="8933688" cy="3566160"/>
          </a:xfrm>
        </p:spPr>
        <p:txBody>
          <a:bodyPr anchor="b">
            <a:normAutofit/>
          </a:bodyPr>
          <a:lstStyle/>
          <a:p>
            <a:r>
              <a:rPr lang="en-US"/>
              <a:t>Functional Capabilities</a:t>
            </a:r>
          </a:p>
        </p:txBody>
      </p:sp>
    </p:spTree>
    <p:extLst>
      <p:ext uri="{BB962C8B-B14F-4D97-AF65-F5344CB8AC3E}">
        <p14:creationId xmlns:p14="http://schemas.microsoft.com/office/powerpoint/2010/main" val="19642351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C6DA-52BF-88D1-7AD2-A7208CE2CA96}"/>
              </a:ext>
            </a:extLst>
          </p:cNvPr>
          <p:cNvSpPr>
            <a:spLocks noGrp="1"/>
          </p:cNvSpPr>
          <p:nvPr>
            <p:ph type="title"/>
          </p:nvPr>
        </p:nvSpPr>
        <p:spPr>
          <a:xfrm>
            <a:off x="731520" y="312572"/>
            <a:ext cx="6858000" cy="923544"/>
          </a:xfrm>
        </p:spPr>
        <p:txBody>
          <a:bodyPr anchor="b">
            <a:normAutofit/>
          </a:bodyPr>
          <a:lstStyle/>
          <a:p>
            <a:r>
              <a:rPr lang="en-US"/>
              <a:t>Use Cases</a:t>
            </a:r>
          </a:p>
        </p:txBody>
      </p:sp>
      <p:sp>
        <p:nvSpPr>
          <p:cNvPr id="4" name="Content Placeholder 3">
            <a:extLst>
              <a:ext uri="{FF2B5EF4-FFF2-40B4-BE49-F238E27FC236}">
                <a16:creationId xmlns:a16="http://schemas.microsoft.com/office/drawing/2014/main" id="{DEF2BA7C-8B27-65E3-0F19-05F7EFF9B31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Knowledge Retrieval</a:t>
            </a:r>
          </a:p>
          <a:p>
            <a:pPr marL="0" lvl="1" indent="0">
              <a:buFont typeface="Arial" panose="020B0604020202020204" pitchFamily="34" charset="0"/>
              <a:buNone/>
            </a:pPr>
            <a:r>
              <a:t>Enables quick access to relevant information in large, siloed data environments, improving decision-making.</a:t>
            </a:r>
            <a:endParaRPr lang="en-US"/>
          </a:p>
          <a:p>
            <a:pPr marL="0" indent="0">
              <a:spcBef>
                <a:spcPts val="2500"/>
              </a:spcBef>
              <a:buFont typeface="Arial" panose="020B0604020202020204" pitchFamily="34" charset="0"/>
              <a:buNone/>
            </a:pPr>
            <a:r>
              <a:rPr lang="en-US" b="1"/>
              <a:t>Code Generation</a:t>
            </a:r>
          </a:p>
          <a:p>
            <a:pPr marL="0" lvl="1" indent="0">
              <a:buFont typeface="Arial" panose="020B0604020202020204" pitchFamily="34" charset="0"/>
              <a:buNone/>
            </a:pPr>
            <a:r>
              <a:t>Provides tailored code templates and snippets to reduce development time and minimize errors.</a:t>
            </a:r>
            <a:endParaRPr lang="en-US"/>
          </a:p>
          <a:p>
            <a:pPr marL="0" indent="0">
              <a:spcBef>
                <a:spcPts val="2500"/>
              </a:spcBef>
              <a:buFont typeface="Arial" panose="020B0604020202020204" pitchFamily="34" charset="0"/>
              <a:buNone/>
            </a:pPr>
            <a:r>
              <a:rPr lang="en-US" b="1"/>
              <a:t>Secure Knowledge Segregation</a:t>
            </a:r>
          </a:p>
          <a:p>
            <a:pPr marL="0" lvl="1" indent="0">
              <a:buFont typeface="Arial" panose="020B0604020202020204" pitchFamily="34" charset="0"/>
              <a:buNone/>
            </a:pPr>
            <a:r>
              <a:t>Ensures sensitive data is compartmentalized by department to maintain integrity and compliance.</a:t>
            </a:r>
            <a:endParaRPr lang="en-US"/>
          </a:p>
          <a:p>
            <a:pPr marL="0" indent="0">
              <a:spcBef>
                <a:spcPts val="2500"/>
              </a:spcBef>
              <a:buFont typeface="Arial" panose="020B0604020202020204" pitchFamily="34" charset="0"/>
              <a:buNone/>
            </a:pPr>
            <a:r>
              <a:rPr lang="en-US" b="1"/>
              <a:t>Document Upload Integration</a:t>
            </a:r>
          </a:p>
          <a:p>
            <a:pPr marL="0" lvl="1" indent="0">
              <a:buFont typeface="Arial" panose="020B0604020202020204" pitchFamily="34" charset="0"/>
              <a:buNone/>
            </a:pPr>
            <a:r>
              <a:t>Allows users to upload and query documents within the Teamcenter framework for better data integration.</a:t>
            </a:r>
            <a:endParaRPr lang="en-US"/>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42B978B6-369B-4039-9243-E466539EF649}"/>
              </a:ext>
            </a:extLst>
          </p:cNvPr>
          <p:cNvPicPr>
            <a:picLocks noGrp="1" noChangeAspect="1"/>
          </p:cNvPicPr>
          <p:nvPr>
            <p:ph type="pic" sz="quarter" idx="15"/>
          </p:nvPr>
        </p:nvPicPr>
        <p:blipFill>
          <a:blip r:embed="rId3"/>
          <a:srcRect l="29004" r="32453" b="-1"/>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41883456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E14CA-630D-F2C6-708B-09B9C7E4581D}"/>
              </a:ext>
            </a:extLst>
          </p:cNvPr>
          <p:cNvSpPr>
            <a:spLocks noGrp="1"/>
          </p:cNvSpPr>
          <p:nvPr>
            <p:ph type="title"/>
          </p:nvPr>
        </p:nvSpPr>
        <p:spPr>
          <a:xfrm>
            <a:off x="731520" y="2596896"/>
            <a:ext cx="8933688" cy="3566160"/>
          </a:xfrm>
        </p:spPr>
        <p:txBody>
          <a:bodyPr anchor="b">
            <a:normAutofit/>
          </a:bodyPr>
          <a:lstStyle/>
          <a:p>
            <a:r>
              <a:rPr lang="en-US"/>
              <a:t>System Specifications</a:t>
            </a:r>
          </a:p>
        </p:txBody>
      </p:sp>
    </p:spTree>
    <p:extLst>
      <p:ext uri="{BB962C8B-B14F-4D97-AF65-F5344CB8AC3E}">
        <p14:creationId xmlns:p14="http://schemas.microsoft.com/office/powerpoint/2010/main" val="3115415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34FDA-9135-9E37-94FA-8D18C36A3569}"/>
              </a:ext>
            </a:extLst>
          </p:cNvPr>
          <p:cNvSpPr>
            <a:spLocks noGrp="1"/>
          </p:cNvSpPr>
          <p:nvPr>
            <p:ph type="title"/>
          </p:nvPr>
        </p:nvSpPr>
        <p:spPr>
          <a:xfrm>
            <a:off x="731520" y="312572"/>
            <a:ext cx="6858000" cy="923544"/>
          </a:xfrm>
        </p:spPr>
        <p:txBody>
          <a:bodyPr anchor="b">
            <a:normAutofit/>
          </a:bodyPr>
          <a:lstStyle/>
          <a:p>
            <a:r>
              <a:rPr lang="en-US"/>
              <a:t>System Requirements</a:t>
            </a:r>
          </a:p>
        </p:txBody>
      </p:sp>
      <p:sp>
        <p:nvSpPr>
          <p:cNvPr id="4" name="Content Placeholder 3">
            <a:extLst>
              <a:ext uri="{FF2B5EF4-FFF2-40B4-BE49-F238E27FC236}">
                <a16:creationId xmlns:a16="http://schemas.microsoft.com/office/drawing/2014/main" id="{E18986A6-BCF5-5826-E73B-2C5CF8D53C6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Functional Department-aware Querying</a:t>
            </a:r>
          </a:p>
          <a:p>
            <a:pPr marL="0" lvl="1" indent="0">
              <a:buFont typeface="Arial" panose="020B0604020202020204" pitchFamily="34" charset="0"/>
              <a:buNone/>
            </a:pPr>
            <a:r>
              <a:t>The system tailors query responses based on the user’s departmental context for relevant information retrieval.</a:t>
            </a:r>
            <a:endParaRPr lang="en-US"/>
          </a:p>
          <a:p>
            <a:pPr marL="0" indent="0">
              <a:spcBef>
                <a:spcPts val="2500"/>
              </a:spcBef>
              <a:buFont typeface="Arial" panose="020B0604020202020204" pitchFamily="34" charset="0"/>
              <a:buNone/>
            </a:pPr>
            <a:r>
              <a:rPr lang="en-US" b="1"/>
              <a:t>Secure Document Upload</a:t>
            </a:r>
          </a:p>
          <a:p>
            <a:pPr marL="0" lvl="1" indent="0">
              <a:buFont typeface="Arial" panose="020B0604020202020204" pitchFamily="34" charset="0"/>
              <a:buNone/>
            </a:pPr>
            <a:r>
              <a:t>Ensures all uploaded documents are secured with stringent security protocols to protect sensitive data.</a:t>
            </a:r>
            <a:endParaRPr lang="en-US"/>
          </a:p>
          <a:p>
            <a:pPr marL="0" indent="0">
              <a:spcBef>
                <a:spcPts val="2500"/>
              </a:spcBef>
              <a:buFont typeface="Arial" panose="020B0604020202020204" pitchFamily="34" charset="0"/>
              <a:buNone/>
            </a:pPr>
            <a:r>
              <a:rPr lang="en-US" b="1"/>
              <a:t>Code Generation Templates</a:t>
            </a:r>
          </a:p>
          <a:p>
            <a:pPr marL="0" lvl="1" indent="0">
              <a:buFont typeface="Arial" panose="020B0604020202020204" pitchFamily="34" charset="0"/>
              <a:buNone/>
            </a:pPr>
            <a:r>
              <a:t>Supports templates that facilitate rapid development and easy customization for enhanced productivity.</a:t>
            </a:r>
            <a:endParaRPr lang="en-US"/>
          </a:p>
          <a:p>
            <a:pPr marL="0" indent="0">
              <a:spcBef>
                <a:spcPts val="2500"/>
              </a:spcBef>
              <a:buFont typeface="Arial" panose="020B0604020202020204" pitchFamily="34" charset="0"/>
              <a:buNone/>
            </a:pPr>
            <a:r>
              <a:rPr lang="en-US" b="1"/>
              <a:t>User Interface and Feedback</a:t>
            </a:r>
          </a:p>
          <a:p>
            <a:pPr marL="0" lvl="1" indent="0">
              <a:buFont typeface="Arial" panose="020B0604020202020204" pitchFamily="34" charset="0"/>
              <a:buNone/>
            </a:pPr>
            <a:r>
              <a:t>Streamlit UI includes a progress bar that enhances user experience through real-time feedback.</a:t>
            </a:r>
            <a:endParaRPr lang="en-US"/>
          </a:p>
        </p:txBody>
      </p:sp>
      <p:pic>
        <p:nvPicPr>
          <p:cNvPr id="5" name="Content Placeholder 4" descr="Login web form">
            <a:extLst>
              <a:ext uri="{FF2B5EF4-FFF2-40B4-BE49-F238E27FC236}">
                <a16:creationId xmlns:a16="http://schemas.microsoft.com/office/drawing/2014/main" id="{4B23D992-98A7-47D8-B034-49A641D6EA0F}"/>
              </a:ext>
            </a:extLst>
          </p:cNvPr>
          <p:cNvPicPr>
            <a:picLocks noGrp="1" noChangeAspect="1"/>
          </p:cNvPicPr>
          <p:nvPr>
            <p:ph type="pic" sz="quarter" idx="15"/>
          </p:nvPr>
        </p:nvPicPr>
        <p:blipFill>
          <a:blip r:embed="rId3"/>
          <a:srcRect l="31874" r="26619"/>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13130729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3D0EC-8A43-EEF7-F41E-04061EB43217}"/>
              </a:ext>
            </a:extLst>
          </p:cNvPr>
          <p:cNvSpPr>
            <a:spLocks noGrp="1"/>
          </p:cNvSpPr>
          <p:nvPr>
            <p:ph type="title"/>
          </p:nvPr>
        </p:nvSpPr>
        <p:spPr>
          <a:xfrm>
            <a:off x="731520" y="2596896"/>
            <a:ext cx="8933688" cy="3566160"/>
          </a:xfrm>
        </p:spPr>
        <p:txBody>
          <a:bodyPr anchor="b">
            <a:normAutofit/>
          </a:bodyPr>
          <a:lstStyle/>
          <a:p>
            <a:r>
              <a:rPr lang="en-US"/>
              <a:t>Technical Architecture</a:t>
            </a:r>
          </a:p>
        </p:txBody>
      </p:sp>
    </p:spTree>
    <p:extLst>
      <p:ext uri="{BB962C8B-B14F-4D97-AF65-F5344CB8AC3E}">
        <p14:creationId xmlns:p14="http://schemas.microsoft.com/office/powerpoint/2010/main" val="6470381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29D7E-F243-A48D-F282-F319F4D9AE43}"/>
              </a:ext>
            </a:extLst>
          </p:cNvPr>
          <p:cNvSpPr>
            <a:spLocks noGrp="1"/>
          </p:cNvSpPr>
          <p:nvPr>
            <p:ph type="title"/>
          </p:nvPr>
        </p:nvSpPr>
        <p:spPr>
          <a:xfrm>
            <a:off x="731520" y="312572"/>
            <a:ext cx="6858000" cy="923544"/>
          </a:xfrm>
        </p:spPr>
        <p:txBody>
          <a:bodyPr anchor="b">
            <a:normAutofit/>
          </a:bodyPr>
          <a:lstStyle/>
          <a:p>
            <a:r>
              <a:rPr lang="en-US"/>
              <a:t>Technology Stack &amp; Architecture</a:t>
            </a:r>
          </a:p>
        </p:txBody>
      </p:sp>
      <p:sp>
        <p:nvSpPr>
          <p:cNvPr id="4" name="Content Placeholder 3">
            <a:extLst>
              <a:ext uri="{FF2B5EF4-FFF2-40B4-BE49-F238E27FC236}">
                <a16:creationId xmlns:a16="http://schemas.microsoft.com/office/drawing/2014/main" id="{7F1B835D-B49D-8E8C-3501-790A6B43C01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Frontend and Backend</a:t>
            </a:r>
          </a:p>
          <a:p>
            <a:pPr marL="0" lvl="1" indent="0">
              <a:buFont typeface="Arial" panose="020B0604020202020204" pitchFamily="34" charset="0"/>
              <a:buNone/>
            </a:pPr>
            <a:r>
              <a:t>Streamlit powers the interactive frontend while Python provides robust backend processing and integration.</a:t>
            </a:r>
            <a:endParaRPr lang="en-US"/>
          </a:p>
          <a:p>
            <a:pPr marL="0" indent="0">
              <a:spcBef>
                <a:spcPts val="2500"/>
              </a:spcBef>
              <a:buFont typeface="Arial" panose="020B0604020202020204" pitchFamily="34" charset="0"/>
              <a:buNone/>
            </a:pPr>
            <a:r>
              <a:rPr lang="en-US" b="1"/>
              <a:t>Storage and Search</a:t>
            </a:r>
          </a:p>
          <a:p>
            <a:pPr marL="0" lvl="1" indent="0">
              <a:buFont typeface="Arial" panose="020B0604020202020204" pitchFamily="34" charset="0"/>
              <a:buNone/>
            </a:pPr>
            <a:r>
              <a:t>AWS S3 ensures secure document storage, and FAISS enables efficient vector-based search by department.</a:t>
            </a:r>
            <a:endParaRPr lang="en-US"/>
          </a:p>
          <a:p>
            <a:pPr marL="0" indent="0">
              <a:spcBef>
                <a:spcPts val="2500"/>
              </a:spcBef>
              <a:buFont typeface="Arial" panose="020B0604020202020204" pitchFamily="34" charset="0"/>
              <a:buNone/>
            </a:pPr>
            <a:r>
              <a:rPr lang="en-US" b="1"/>
              <a:t>AI Models and Embeddings</a:t>
            </a:r>
          </a:p>
          <a:p>
            <a:pPr marL="0" lvl="1" indent="0">
              <a:buFont typeface="Arial" panose="020B0604020202020204" pitchFamily="34" charset="0"/>
              <a:buNone/>
            </a:pPr>
            <a:r>
              <a:t>HuggingFace embeddings improve semantic search accuracy, complemented by GPT-4.1-nano for intelligent completions.</a:t>
            </a:r>
            <a:endParaRPr lang="en-US"/>
          </a:p>
          <a:p>
            <a:pPr marL="0" indent="0">
              <a:spcBef>
                <a:spcPts val="2500"/>
              </a:spcBef>
              <a:buFont typeface="Arial" panose="020B0604020202020204" pitchFamily="34" charset="0"/>
              <a:buNone/>
            </a:pPr>
            <a:r>
              <a:rPr lang="en-US" b="1"/>
              <a:t>Deployment and Code Generation</a:t>
            </a:r>
          </a:p>
          <a:p>
            <a:pPr marL="0" lvl="1" indent="0">
              <a:buFont typeface="Arial" panose="020B0604020202020204" pitchFamily="34" charset="0"/>
              <a:buNone/>
            </a:pPr>
            <a:r>
              <a:t>Docker and EC2 enable scalable deployment, while Jinja2 templates facilitate ITK/SOA code generation.</a:t>
            </a:r>
            <a:endParaRPr lang="en-US"/>
          </a:p>
        </p:txBody>
      </p:sp>
      <p:pic>
        <p:nvPicPr>
          <p:cNvPr id="5" name="Content Placeholder 4" descr="Cloud computing application theory.">
            <a:extLst>
              <a:ext uri="{FF2B5EF4-FFF2-40B4-BE49-F238E27FC236}">
                <a16:creationId xmlns:a16="http://schemas.microsoft.com/office/drawing/2014/main" id="{14A2261B-F6BE-4D44-B099-BCEC6D2FB694}"/>
              </a:ext>
            </a:extLst>
          </p:cNvPr>
          <p:cNvPicPr>
            <a:picLocks noGrp="1" noChangeAspect="1"/>
          </p:cNvPicPr>
          <p:nvPr>
            <p:ph type="pic" sz="quarter" idx="15"/>
          </p:nvPr>
        </p:nvPicPr>
        <p:blipFill>
          <a:blip r:embed="rId3"/>
          <a:srcRect l="40837" r="19583"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374983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D0260-721B-CDE4-4523-E4ACB0D2F951}"/>
              </a:ext>
            </a:extLst>
          </p:cNvPr>
          <p:cNvSpPr>
            <a:spLocks noGrp="1"/>
          </p:cNvSpPr>
          <p:nvPr>
            <p:ph type="title"/>
          </p:nvPr>
        </p:nvSpPr>
        <p:spPr>
          <a:xfrm>
            <a:off x="731520" y="2596896"/>
            <a:ext cx="8933688" cy="3566160"/>
          </a:xfrm>
        </p:spPr>
        <p:txBody>
          <a:bodyPr anchor="b">
            <a:normAutofit/>
          </a:bodyPr>
          <a:lstStyle/>
          <a:p>
            <a:r>
              <a:rPr lang="en-US"/>
              <a:t>Roadmap</a:t>
            </a:r>
          </a:p>
        </p:txBody>
      </p:sp>
    </p:spTree>
    <p:extLst>
      <p:ext uri="{BB962C8B-B14F-4D97-AF65-F5344CB8AC3E}">
        <p14:creationId xmlns:p14="http://schemas.microsoft.com/office/powerpoint/2010/main" val="1258445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92B93-602E-A8B2-F001-964F49BC0626}"/>
              </a:ext>
            </a:extLst>
          </p:cNvPr>
          <p:cNvSpPr>
            <a:spLocks noGrp="1"/>
          </p:cNvSpPr>
          <p:nvPr>
            <p:ph type="title"/>
          </p:nvPr>
        </p:nvSpPr>
        <p:spPr>
          <a:xfrm>
            <a:off x="1033272" y="347472"/>
            <a:ext cx="9875520" cy="1033272"/>
          </a:xfrm>
        </p:spPr>
        <p:txBody>
          <a:bodyPr anchor="ctr">
            <a:normAutofit/>
          </a:bodyPr>
          <a:lstStyle/>
          <a:p>
            <a:r>
              <a:rPr lang="en-US"/>
              <a:t>Future Enhancements</a:t>
            </a:r>
          </a:p>
        </p:txBody>
      </p:sp>
      <p:graphicFrame>
        <p:nvGraphicFramePr>
          <p:cNvPr id="7" name="Content Placeholder 2">
            <a:extLst>
              <a:ext uri="{FF2B5EF4-FFF2-40B4-BE49-F238E27FC236}">
                <a16:creationId xmlns:a16="http://schemas.microsoft.com/office/drawing/2014/main" id="{FA3489CE-9AA5-5FB5-FF34-DE4A6CB1060D}"/>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033272" y="2203703"/>
          <a:ext cx="9875520" cy="40676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0717231"/>
      </p:ext>
    </p:extLst>
  </p:cSld>
  <p:clrMapOvr>
    <a:masterClrMapping/>
  </p:clrMapOvr>
  <p:transition>
    <p:fade/>
  </p:transition>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E753F6F-88D8-493D-A089-0923419088E5}">
  <ds:schemaRefs>
    <ds:schemaRef ds:uri="http://schemas.microsoft.com/sharepoint/v3/contenttype/forms"/>
  </ds:schemaRefs>
</ds:datastoreItem>
</file>

<file path=customXml/itemProps2.xml><?xml version="1.0" encoding="utf-8"?>
<ds:datastoreItem xmlns:ds="http://schemas.openxmlformats.org/officeDocument/2006/customXml" ds:itemID="{5D279CDD-1FB7-427E-9208-ECF0EB941A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04CAC9-4DB9-48D9-8A6F-3675D14127D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GradientRise</Template>
  <TotalTime>0</TotalTime>
  <Words>1155</Words>
  <Application>Microsoft Office PowerPoint</Application>
  <PresentationFormat>Widescreen</PresentationFormat>
  <Paragraphs>76</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Avenir Next LT Pro</vt:lpstr>
      <vt:lpstr>Avenir Next LT Pro Light</vt:lpstr>
      <vt:lpstr>Calibri</vt:lpstr>
      <vt:lpstr>Neue Haas Grotesk Text Pro</vt:lpstr>
      <vt:lpstr>GradientRise</vt:lpstr>
      <vt:lpstr>Teamcenter CoPilot – GenAI-powered Assistant</vt:lpstr>
      <vt:lpstr>Overview</vt:lpstr>
      <vt:lpstr>Introduction</vt:lpstr>
      <vt:lpstr>Functional Capabilities</vt:lpstr>
      <vt:lpstr>Use Cases</vt:lpstr>
      <vt:lpstr>System Specifications</vt:lpstr>
      <vt:lpstr>System Requirements</vt:lpstr>
      <vt:lpstr>Technical Architecture</vt:lpstr>
      <vt:lpstr>Technology Stack &amp; Architecture</vt:lpstr>
      <vt:lpstr>Roadmap</vt:lpstr>
      <vt:lpstr>Future Enhancements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Aswal, Naveen</cp:lastModifiedBy>
  <cp:revision>2</cp:revision>
  <dcterms:created xsi:type="dcterms:W3CDTF">2025-08-21T17:09:02Z</dcterms:created>
  <dcterms:modified xsi:type="dcterms:W3CDTF">2025-09-30T11:15:57Z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c62f7822-6f62-4076-898c-e776a1ec3415_Enabled">
    <vt:lpwstr>true</vt:lpwstr>
  </property>
  <property fmtid="{D5CDD505-2E9C-101B-9397-08002B2CF9AE}" pid="5" name="MSIP_Label_c62f7822-6f62-4076-898c-e776a1ec3415_SetDate">
    <vt:lpwstr>2025-09-30T11:15:53Z</vt:lpwstr>
  </property>
  <property fmtid="{D5CDD505-2E9C-101B-9397-08002B2CF9AE}" pid="6" name="MSIP_Label_c62f7822-6f62-4076-898c-e776a1ec3415_Method">
    <vt:lpwstr>Privileged</vt:lpwstr>
  </property>
  <property fmtid="{D5CDD505-2E9C-101B-9397-08002B2CF9AE}" pid="7" name="MSIP_Label_c62f7822-6f62-4076-898c-e776a1ec3415_Name">
    <vt:lpwstr>Public</vt:lpwstr>
  </property>
  <property fmtid="{D5CDD505-2E9C-101B-9397-08002B2CF9AE}" pid="8" name="MSIP_Label_c62f7822-6f62-4076-898c-e776a1ec3415_SiteId">
    <vt:lpwstr>375ce1b8-8db1-479b-a12c-06fa9d2a2eaf</vt:lpwstr>
  </property>
  <property fmtid="{D5CDD505-2E9C-101B-9397-08002B2CF9AE}" pid="9" name="MSIP_Label_c62f7822-6f62-4076-898c-e776a1ec3415_ActionId">
    <vt:lpwstr>657cf7aa-680b-4f6f-afcb-078b3e981d56</vt:lpwstr>
  </property>
  <property fmtid="{D5CDD505-2E9C-101B-9397-08002B2CF9AE}" pid="10" name="MSIP_Label_c62f7822-6f62-4076-898c-e776a1ec3415_ContentBits">
    <vt:lpwstr>0</vt:lpwstr>
  </property>
  <property fmtid="{D5CDD505-2E9C-101B-9397-08002B2CF9AE}" pid="11" name="MSIP_Label_c62f7822-6f62-4076-898c-e776a1ec3415_Tag">
    <vt:lpwstr>10, 0, 1, 1</vt:lpwstr>
  </property>
</Properties>
</file>